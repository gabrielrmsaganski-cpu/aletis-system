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9" r:id="rId16"/>
  </p:sldIdLst>
  <p:sldSz cx="18288000" cy="10287000"/>
  <p:notesSz cx="6858000" cy="9144000"/>
  <p:embeddedFontLst>
    <p:embeddedFont>
      <p:font typeface="Montserrat" panose="00000500000000000000" pitchFamily="2" charset="0"/>
      <p:regular r:id="rId17"/>
    </p:embeddedFont>
    <p:embeddedFont>
      <p:font typeface="Montserrat Bold" panose="00000800000000000000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D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sv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10" Type="http://schemas.openxmlformats.org/officeDocument/2006/relationships/image" Target="../media/image32.svg"/><Relationship Id="rId4" Type="http://schemas.openxmlformats.org/officeDocument/2006/relationships/image" Target="../media/image21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svg"/><Relationship Id="rId7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5.png"/><Relationship Id="rId7" Type="http://schemas.openxmlformats.org/officeDocument/2006/relationships/image" Target="../media/image3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hyperlink" Target="https://anydesk.com/pt/downloads/window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8.sv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10" Type="http://schemas.openxmlformats.org/officeDocument/2006/relationships/image" Target="../media/image41.png"/><Relationship Id="rId4" Type="http://schemas.openxmlformats.org/officeDocument/2006/relationships/image" Target="../media/image21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4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51.svg"/><Relationship Id="rId3" Type="http://schemas.openxmlformats.org/officeDocument/2006/relationships/image" Target="../media/image43.png"/><Relationship Id="rId7" Type="http://schemas.openxmlformats.org/officeDocument/2006/relationships/image" Target="../media/image21.png"/><Relationship Id="rId12" Type="http://schemas.openxmlformats.org/officeDocument/2006/relationships/image" Target="../media/image50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11" Type="http://schemas.openxmlformats.org/officeDocument/2006/relationships/image" Target="../media/image49.svg"/><Relationship Id="rId5" Type="http://schemas.openxmlformats.org/officeDocument/2006/relationships/image" Target="../media/image45.png"/><Relationship Id="rId10" Type="http://schemas.openxmlformats.org/officeDocument/2006/relationships/image" Target="../media/image48.png"/><Relationship Id="rId4" Type="http://schemas.openxmlformats.org/officeDocument/2006/relationships/image" Target="../media/image44.sv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98307" y="10095022"/>
            <a:ext cx="14667402" cy="755608"/>
            <a:chOff x="0" y="0"/>
            <a:chExt cx="3863019" cy="199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3020" cy="199008"/>
            </a:xfrm>
            <a:custGeom>
              <a:avLst/>
              <a:gdLst/>
              <a:ahLst/>
              <a:cxnLst/>
              <a:rect l="l" t="t" r="r" b="b"/>
              <a:pathLst>
                <a:path w="3863020" h="199008">
                  <a:moveTo>
                    <a:pt x="0" y="0"/>
                  </a:moveTo>
                  <a:lnTo>
                    <a:pt x="3863020" y="0"/>
                  </a:lnTo>
                  <a:lnTo>
                    <a:pt x="3863020" y="199008"/>
                  </a:lnTo>
                  <a:lnTo>
                    <a:pt x="0" y="199008"/>
                  </a:lnTo>
                  <a:close/>
                </a:path>
              </a:pathLst>
            </a:custGeom>
            <a:solidFill>
              <a:srgbClr val="99BF81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3863019" cy="28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42458" y="-563629"/>
            <a:ext cx="14667402" cy="755608"/>
            <a:chOff x="0" y="0"/>
            <a:chExt cx="3863019" cy="199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3020" cy="199008"/>
            </a:xfrm>
            <a:custGeom>
              <a:avLst/>
              <a:gdLst/>
              <a:ahLst/>
              <a:cxnLst/>
              <a:rect l="l" t="t" r="r" b="b"/>
              <a:pathLst>
                <a:path w="3863020" h="199008">
                  <a:moveTo>
                    <a:pt x="0" y="0"/>
                  </a:moveTo>
                  <a:lnTo>
                    <a:pt x="3863020" y="0"/>
                  </a:lnTo>
                  <a:lnTo>
                    <a:pt x="3863020" y="199008"/>
                  </a:lnTo>
                  <a:lnTo>
                    <a:pt x="0" y="199008"/>
                  </a:lnTo>
                  <a:close/>
                </a:path>
              </a:pathLst>
            </a:custGeom>
            <a:solidFill>
              <a:srgbClr val="99BF81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3863019" cy="28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0841" y="7820013"/>
            <a:ext cx="591092" cy="591092"/>
            <a:chOff x="0" y="0"/>
            <a:chExt cx="152847" cy="1528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847" cy="152847"/>
            </a:xfrm>
            <a:custGeom>
              <a:avLst/>
              <a:gdLst/>
              <a:ahLst/>
              <a:cxnLst/>
              <a:rect l="l" t="t" r="r" b="b"/>
              <a:pathLst>
                <a:path w="152847" h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lIns="1239" tIns="1239" rIns="1239" bIns="1239" rtlCol="0" anchor="ctr"/>
            <a:lstStyle/>
            <a:p>
              <a:pPr algn="ctr">
                <a:lnSpc>
                  <a:spcPts val="5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00841" y="8657507"/>
            <a:ext cx="591092" cy="591092"/>
            <a:chOff x="0" y="0"/>
            <a:chExt cx="152847" cy="1528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847" cy="152847"/>
            </a:xfrm>
            <a:custGeom>
              <a:avLst/>
              <a:gdLst/>
              <a:ahLst/>
              <a:cxnLst/>
              <a:rect l="l" t="t" r="r" b="b"/>
              <a:pathLst>
                <a:path w="152847" h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lIns="1239" tIns="1239" rIns="1239" bIns="1239" rtlCol="0" anchor="ctr"/>
            <a:lstStyle/>
            <a:p>
              <a:pPr algn="ctr">
                <a:lnSpc>
                  <a:spcPts val="54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609366" y="8757540"/>
            <a:ext cx="374043" cy="374043"/>
          </a:xfrm>
          <a:custGeom>
            <a:avLst/>
            <a:gdLst/>
            <a:ahLst/>
            <a:cxnLst/>
            <a:rect l="l" t="t" r="r" b="b"/>
            <a:pathLst>
              <a:path w="374043" h="374043">
                <a:moveTo>
                  <a:pt x="0" y="0"/>
                </a:moveTo>
                <a:lnTo>
                  <a:pt x="374042" y="0"/>
                </a:lnTo>
                <a:lnTo>
                  <a:pt x="374042" y="374043"/>
                </a:lnTo>
                <a:lnTo>
                  <a:pt x="0" y="374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9646735" y="7912983"/>
            <a:ext cx="299305" cy="405151"/>
          </a:xfrm>
          <a:custGeom>
            <a:avLst/>
            <a:gdLst/>
            <a:ahLst/>
            <a:cxnLst/>
            <a:rect l="l" t="t" r="r" b="b"/>
            <a:pathLst>
              <a:path w="299305" h="405151">
                <a:moveTo>
                  <a:pt x="0" y="0"/>
                </a:moveTo>
                <a:lnTo>
                  <a:pt x="299305" y="0"/>
                </a:lnTo>
                <a:lnTo>
                  <a:pt x="299305" y="405151"/>
                </a:lnTo>
                <a:lnTo>
                  <a:pt x="0" y="405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6" name="Group 16"/>
          <p:cNvGrpSpPr/>
          <p:nvPr/>
        </p:nvGrpSpPr>
        <p:grpSpPr>
          <a:xfrm>
            <a:off x="1412593" y="1708926"/>
            <a:ext cx="6869148" cy="686914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2194841">
            <a:off x="-1157454" y="3642667"/>
            <a:ext cx="7435791" cy="7898205"/>
          </a:xfrm>
          <a:custGeom>
            <a:avLst/>
            <a:gdLst/>
            <a:ahLst/>
            <a:cxnLst/>
            <a:rect l="l" t="t" r="r" b="b"/>
            <a:pathLst>
              <a:path w="7435791" h="7898205">
                <a:moveTo>
                  <a:pt x="0" y="0"/>
                </a:moveTo>
                <a:lnTo>
                  <a:pt x="7435792" y="0"/>
                </a:lnTo>
                <a:lnTo>
                  <a:pt x="7435792" y="7898204"/>
                </a:lnTo>
                <a:lnTo>
                  <a:pt x="0" y="7898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424" r="-9119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0" name="Freeform 20"/>
          <p:cNvSpPr/>
          <p:nvPr/>
        </p:nvSpPr>
        <p:spPr>
          <a:xfrm rot="-8841186">
            <a:off x="11971146" y="-1323774"/>
            <a:ext cx="7435791" cy="7898205"/>
          </a:xfrm>
          <a:custGeom>
            <a:avLst/>
            <a:gdLst/>
            <a:ahLst/>
            <a:cxnLst/>
            <a:rect l="l" t="t" r="r" b="b"/>
            <a:pathLst>
              <a:path w="7435791" h="7898205">
                <a:moveTo>
                  <a:pt x="0" y="0"/>
                </a:moveTo>
                <a:lnTo>
                  <a:pt x="7435792" y="0"/>
                </a:lnTo>
                <a:lnTo>
                  <a:pt x="7435792" y="7898205"/>
                </a:lnTo>
                <a:lnTo>
                  <a:pt x="0" y="7898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424" r="-91193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21" name="Group 21"/>
          <p:cNvGrpSpPr/>
          <p:nvPr/>
        </p:nvGrpSpPr>
        <p:grpSpPr>
          <a:xfrm>
            <a:off x="1624152" y="1920486"/>
            <a:ext cx="6446029" cy="6446029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3786" r="-378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30317" y="1028700"/>
            <a:ext cx="3511855" cy="351185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23101" y="1221484"/>
            <a:ext cx="3126288" cy="3126288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25163" r="-2492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8" name="Freeform 28"/>
          <p:cNvSpPr/>
          <p:nvPr/>
        </p:nvSpPr>
        <p:spPr>
          <a:xfrm>
            <a:off x="673745" y="9455432"/>
            <a:ext cx="954994" cy="172116"/>
          </a:xfrm>
          <a:custGeom>
            <a:avLst/>
            <a:gdLst/>
            <a:ahLst/>
            <a:cxnLst/>
            <a:rect l="l" t="t" r="r" b="b"/>
            <a:pathLst>
              <a:path w="954994" h="172116">
                <a:moveTo>
                  <a:pt x="0" y="0"/>
                </a:moveTo>
                <a:lnTo>
                  <a:pt x="954994" y="0"/>
                </a:lnTo>
                <a:lnTo>
                  <a:pt x="954994" y="172116"/>
                </a:lnTo>
                <a:lnTo>
                  <a:pt x="0" y="1721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27799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9" name="Freeform 29"/>
          <p:cNvSpPr/>
          <p:nvPr/>
        </p:nvSpPr>
        <p:spPr>
          <a:xfrm>
            <a:off x="16659261" y="659452"/>
            <a:ext cx="954994" cy="172116"/>
          </a:xfrm>
          <a:custGeom>
            <a:avLst/>
            <a:gdLst/>
            <a:ahLst/>
            <a:cxnLst/>
            <a:rect l="l" t="t" r="r" b="b"/>
            <a:pathLst>
              <a:path w="954994" h="172116">
                <a:moveTo>
                  <a:pt x="0" y="0"/>
                </a:moveTo>
                <a:lnTo>
                  <a:pt x="954994" y="0"/>
                </a:lnTo>
                <a:lnTo>
                  <a:pt x="954994" y="172116"/>
                </a:lnTo>
                <a:lnTo>
                  <a:pt x="0" y="1721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27799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0" name="Freeform 30"/>
          <p:cNvSpPr/>
          <p:nvPr/>
        </p:nvSpPr>
        <p:spPr>
          <a:xfrm>
            <a:off x="9609366" y="542925"/>
            <a:ext cx="1120069" cy="1571876"/>
          </a:xfrm>
          <a:custGeom>
            <a:avLst/>
            <a:gdLst/>
            <a:ahLst/>
            <a:cxnLst/>
            <a:rect l="l" t="t" r="r" b="b"/>
            <a:pathLst>
              <a:path w="1120069" h="1571876">
                <a:moveTo>
                  <a:pt x="0" y="0"/>
                </a:moveTo>
                <a:lnTo>
                  <a:pt x="1120069" y="0"/>
                </a:lnTo>
                <a:lnTo>
                  <a:pt x="1120069" y="1571876"/>
                </a:lnTo>
                <a:lnTo>
                  <a:pt x="0" y="15718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1" name="TextBox 31"/>
          <p:cNvSpPr txBox="1"/>
          <p:nvPr/>
        </p:nvSpPr>
        <p:spPr>
          <a:xfrm>
            <a:off x="9500841" y="3391151"/>
            <a:ext cx="7787034" cy="235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65"/>
              </a:lnSpc>
            </a:pPr>
            <a:r>
              <a:rPr lang="en-US" sz="8332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</a:t>
            </a:r>
          </a:p>
          <a:p>
            <a:pPr algn="l">
              <a:lnSpc>
                <a:spcPts val="9165"/>
              </a:lnSpc>
            </a:pPr>
            <a:r>
              <a:rPr lang="en-US" sz="8332" b="1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CAPITAL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00841" y="5875901"/>
            <a:ext cx="8518346" cy="42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653" b="1" dirty="0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</a:t>
            </a:r>
            <a:r>
              <a:rPr lang="en-US" sz="2653" b="1" dirty="0" err="1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parte</a:t>
            </a:r>
            <a:r>
              <a:rPr lang="en-US" sz="2653" b="1" dirty="0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653" b="1" dirty="0" err="1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financeira</a:t>
            </a:r>
            <a:r>
              <a:rPr lang="en-US" sz="2653" b="1" dirty="0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 </a:t>
            </a:r>
            <a:r>
              <a:rPr lang="en-US" sz="2653" b="1" dirty="0" err="1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agronegócio</a:t>
            </a:r>
            <a:r>
              <a:rPr lang="en-US" sz="2653" b="1" dirty="0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653" b="1" dirty="0" err="1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brasileiro</a:t>
            </a:r>
            <a:r>
              <a:rPr lang="en-US" sz="2653" b="1" dirty="0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58260" y="8084315"/>
            <a:ext cx="3289032" cy="32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+55 (45) 99143-3790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58260" y="8921810"/>
            <a:ext cx="3821834" cy="32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www.texcapital.com.br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58260" y="7847081"/>
            <a:ext cx="1691337" cy="2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Telefone: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58260" y="8686834"/>
            <a:ext cx="1691337" cy="2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Website:</a:t>
            </a:r>
          </a:p>
        </p:txBody>
      </p:sp>
      <p:sp>
        <p:nvSpPr>
          <p:cNvPr id="37" name="TextBox 9">
            <a:extLst>
              <a:ext uri="{FF2B5EF4-FFF2-40B4-BE49-F238E27FC236}">
                <a16:creationId xmlns:a16="http://schemas.microsoft.com/office/drawing/2014/main" id="{244C8B04-5947-E2D8-1096-0BBD5AEC3E94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79059" y="8404647"/>
            <a:ext cx="880475" cy="449352"/>
          </a:xfrm>
          <a:custGeom>
            <a:avLst/>
            <a:gdLst/>
            <a:ahLst/>
            <a:cxnLst/>
            <a:rect l="l" t="t" r="r" b="b"/>
            <a:pathLst>
              <a:path w="880475" h="449352">
                <a:moveTo>
                  <a:pt x="0" y="0"/>
                </a:moveTo>
                <a:lnTo>
                  <a:pt x="880475" y="0"/>
                </a:lnTo>
                <a:lnTo>
                  <a:pt x="880475" y="449351"/>
                </a:lnTo>
                <a:lnTo>
                  <a:pt x="0" y="449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628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2172932" y="2347395"/>
            <a:ext cx="949366" cy="192614"/>
          </a:xfrm>
          <a:custGeom>
            <a:avLst/>
            <a:gdLst/>
            <a:ahLst/>
            <a:cxnLst/>
            <a:rect l="l" t="t" r="r" b="b"/>
            <a:pathLst>
              <a:path w="949366" h="192614">
                <a:moveTo>
                  <a:pt x="0" y="0"/>
                </a:moveTo>
                <a:lnTo>
                  <a:pt x="949366" y="0"/>
                </a:lnTo>
                <a:lnTo>
                  <a:pt x="949366" y="192614"/>
                </a:lnTo>
                <a:lnTo>
                  <a:pt x="0" y="192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9555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2172932" y="2799770"/>
            <a:ext cx="949366" cy="192614"/>
          </a:xfrm>
          <a:custGeom>
            <a:avLst/>
            <a:gdLst/>
            <a:ahLst/>
            <a:cxnLst/>
            <a:rect l="l" t="t" r="r" b="b"/>
            <a:pathLst>
              <a:path w="949366" h="192614">
                <a:moveTo>
                  <a:pt x="0" y="0"/>
                </a:moveTo>
                <a:lnTo>
                  <a:pt x="949366" y="0"/>
                </a:lnTo>
                <a:lnTo>
                  <a:pt x="949366" y="192614"/>
                </a:lnTo>
                <a:lnTo>
                  <a:pt x="0" y="192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9555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5063165" y="1307914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6" name="Group 6"/>
          <p:cNvGrpSpPr/>
          <p:nvPr/>
        </p:nvGrpSpPr>
        <p:grpSpPr>
          <a:xfrm>
            <a:off x="9376940" y="3493498"/>
            <a:ext cx="6058479" cy="5246370"/>
            <a:chOff x="0" y="0"/>
            <a:chExt cx="4282440" cy="3708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7"/>
              <a:stretch>
                <a:fillRect t="-7739" b="-7739"/>
              </a:stretch>
            </a:blipFill>
            <a:ln w="266700" cap="sq">
              <a:solidFill>
                <a:srgbClr val="369936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968674" y="1028700"/>
            <a:ext cx="7381720" cy="6392237"/>
            <a:chOff x="0" y="0"/>
            <a:chExt cx="4282440" cy="3708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8"/>
              <a:stretch>
                <a:fillRect t="-7739" b="-7739"/>
              </a:stretch>
            </a:blipFill>
            <a:ln w="266700" cap="sq">
              <a:solidFill>
                <a:srgbClr val="369936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30860" y="3924300"/>
            <a:ext cx="8664609" cy="297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BAIXAR </a:t>
            </a:r>
            <a:r>
              <a:rPr lang="en-US" sz="5000" b="1" u="sng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DRIVE</a:t>
            </a:r>
            <a:r>
              <a:rPr lang="en-US" sz="50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E </a:t>
            </a:r>
            <a:r>
              <a:rPr lang="en-US" sz="5000" b="1" u="sng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ANYDESK</a:t>
            </a:r>
            <a:r>
              <a:rPr lang="en-US" sz="50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NO COMPUTADOR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7E056C9-A16C-1199-466D-EEE29BE901F4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48424" y="-15882"/>
            <a:ext cx="19158651" cy="10839904"/>
            <a:chOff x="0" y="0"/>
            <a:chExt cx="25544868" cy="1445320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175" r="1175"/>
            <a:stretch>
              <a:fillRect/>
            </a:stretch>
          </p:blipFill>
          <p:spPr>
            <a:xfrm>
              <a:off x="0" y="0"/>
              <a:ext cx="25544868" cy="14453205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 rot="5400000">
            <a:off x="7340829" y="3217725"/>
            <a:ext cx="11029774" cy="4214584"/>
          </a:xfrm>
          <a:custGeom>
            <a:avLst/>
            <a:gdLst/>
            <a:ahLst/>
            <a:cxnLst/>
            <a:rect l="l" t="t" r="r" b="b"/>
            <a:pathLst>
              <a:path w="11029774" h="4214584">
                <a:moveTo>
                  <a:pt x="0" y="0"/>
                </a:moveTo>
                <a:lnTo>
                  <a:pt x="11029774" y="0"/>
                </a:lnTo>
                <a:lnTo>
                  <a:pt x="11029774" y="4214584"/>
                </a:lnTo>
                <a:lnTo>
                  <a:pt x="0" y="4214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926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1426197" y="777220"/>
            <a:ext cx="870603" cy="331509"/>
          </a:xfrm>
          <a:custGeom>
            <a:avLst/>
            <a:gdLst/>
            <a:ahLst/>
            <a:cxnLst/>
            <a:rect l="l" t="t" r="r" b="b"/>
            <a:pathLst>
              <a:path w="870603" h="331509">
                <a:moveTo>
                  <a:pt x="0" y="0"/>
                </a:moveTo>
                <a:lnTo>
                  <a:pt x="870603" y="0"/>
                </a:lnTo>
                <a:lnTo>
                  <a:pt x="870603" y="331510"/>
                </a:lnTo>
                <a:lnTo>
                  <a:pt x="0" y="3315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4645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028700" y="512369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4"/>
                </a:lnTo>
                <a:lnTo>
                  <a:pt x="0" y="1331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028700" y="2325781"/>
            <a:ext cx="7942190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que é o Drive?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5420" y="3715269"/>
            <a:ext cx="8671215" cy="4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608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ARMAZENAMENTO EM NUVEM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5420" y="4369014"/>
            <a:ext cx="9053139" cy="1035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Google Drive® é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uma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plataforma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armazenamento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sincronização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nuvem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isso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não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ocupa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espaço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no </a:t>
            </a:r>
            <a:r>
              <a:rPr lang="en-US" sz="19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dispositivo</a:t>
            </a:r>
            <a:r>
              <a:rPr lang="en-US" sz="19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5420" y="5546945"/>
            <a:ext cx="5236909" cy="4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608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COMPARTILHAMENTO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5420" y="6200690"/>
            <a:ext cx="9053139" cy="1739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É utilizado para o compartilhamento de arquivos nos formatos: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.ZIP, .RAR, tar, gzip, MP3, MPEG, WAV, .ogg, .JPEG, .PNG, .GIF, .BMP, .CSS, .HTML, .PHP, .C, .CPP, .H, .HPP, .JS, .TXT, WebM, .MPEG4, .3GPP, .MOV, .AVI, .MPEGPS, .WMV, .FLV, .ogg, .DXF, .AI, .PSD, .PDF, .EPS, .PS, .SVG, .TIFF, .TTF, .XLS, .XLSX, .PPT, .PPTX, .DOC, .DOCX e .XPS.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5A895927-32E6-D16A-6F4D-851B7EF5B3F7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130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7086600" y="571500"/>
            <a:ext cx="10119959" cy="4176829"/>
            <a:chOff x="0" y="0"/>
            <a:chExt cx="2665339" cy="11000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65339" cy="1100070"/>
            </a:xfrm>
            <a:custGeom>
              <a:avLst/>
              <a:gdLst/>
              <a:ahLst/>
              <a:cxnLst/>
              <a:rect l="l" t="t" r="r" b="b"/>
              <a:pathLst>
                <a:path w="2665339" h="1100070">
                  <a:moveTo>
                    <a:pt x="0" y="0"/>
                  </a:moveTo>
                  <a:lnTo>
                    <a:pt x="2665339" y="0"/>
                  </a:lnTo>
                  <a:lnTo>
                    <a:pt x="2665339" y="1100070"/>
                  </a:lnTo>
                  <a:lnTo>
                    <a:pt x="0" y="1100070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2665339" cy="1185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13763" y="4427606"/>
            <a:ext cx="8130237" cy="627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baixar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 Drive no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computador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Realize o login no Google com 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conta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fornecida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pela TEX CAPITAL;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Acesse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o site: https://workspace.google.com/intl/pt-BR/products/drive/#download;</a:t>
            </a:r>
          </a:p>
          <a:p>
            <a:pPr marL="518107" lvl="1" indent="-259053" algn="just">
              <a:lnSpc>
                <a:spcPts val="3839"/>
              </a:lnSpc>
              <a:buFont typeface="Arial"/>
              <a:buChar char="•"/>
            </a:pP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Navegue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pela barra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rolagem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até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encontrar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descritivo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“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Sincronize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seu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computador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com o Drive”;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Clique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“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Baixar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o Drive para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computador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”;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Aguarde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conclusão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do download.</a:t>
            </a:r>
          </a:p>
          <a:p>
            <a:pPr algn="l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7238567" y="684439"/>
            <a:ext cx="9816026" cy="3950950"/>
          </a:xfrm>
          <a:custGeom>
            <a:avLst/>
            <a:gdLst/>
            <a:ahLst/>
            <a:cxnLst/>
            <a:rect l="l" t="t" r="r" b="b"/>
            <a:pathLst>
              <a:path w="9816026" h="3950950">
                <a:moveTo>
                  <a:pt x="0" y="0"/>
                </a:moveTo>
                <a:lnTo>
                  <a:pt x="9816025" y="0"/>
                </a:lnTo>
                <a:lnTo>
                  <a:pt x="9816025" y="3950950"/>
                </a:lnTo>
                <a:lnTo>
                  <a:pt x="0" y="395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8" name="Group 8"/>
          <p:cNvGrpSpPr/>
          <p:nvPr/>
        </p:nvGrpSpPr>
        <p:grpSpPr>
          <a:xfrm>
            <a:off x="9448800" y="3493431"/>
            <a:ext cx="6347729" cy="5889169"/>
            <a:chOff x="0" y="0"/>
            <a:chExt cx="1671830" cy="15510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1830" cy="1551057"/>
            </a:xfrm>
            <a:custGeom>
              <a:avLst/>
              <a:gdLst/>
              <a:ahLst/>
              <a:cxnLst/>
              <a:rect l="l" t="t" r="r" b="b"/>
              <a:pathLst>
                <a:path w="1671830" h="1551057">
                  <a:moveTo>
                    <a:pt x="0" y="0"/>
                  </a:moveTo>
                  <a:lnTo>
                    <a:pt x="1671830" y="0"/>
                  </a:lnTo>
                  <a:lnTo>
                    <a:pt x="1671830" y="1551057"/>
                  </a:lnTo>
                  <a:lnTo>
                    <a:pt x="0" y="1551057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1671830" cy="1636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626206" y="3632415"/>
            <a:ext cx="5992916" cy="5611202"/>
          </a:xfrm>
          <a:custGeom>
            <a:avLst/>
            <a:gdLst/>
            <a:ahLst/>
            <a:cxnLst/>
            <a:rect l="l" t="t" r="r" b="b"/>
            <a:pathLst>
              <a:path w="5992916" h="5611202">
                <a:moveTo>
                  <a:pt x="0" y="0"/>
                </a:moveTo>
                <a:lnTo>
                  <a:pt x="5992917" y="0"/>
                </a:lnTo>
                <a:lnTo>
                  <a:pt x="5992917" y="5611202"/>
                </a:lnTo>
                <a:lnTo>
                  <a:pt x="0" y="561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Freeform 12"/>
          <p:cNvSpPr/>
          <p:nvPr/>
        </p:nvSpPr>
        <p:spPr>
          <a:xfrm>
            <a:off x="15316200" y="904400"/>
            <a:ext cx="1438044" cy="611822"/>
          </a:xfrm>
          <a:custGeom>
            <a:avLst/>
            <a:gdLst/>
            <a:ahLst/>
            <a:cxnLst/>
            <a:rect l="l" t="t" r="r" b="b"/>
            <a:pathLst>
              <a:path w="1438044" h="611822">
                <a:moveTo>
                  <a:pt x="0" y="0"/>
                </a:moveTo>
                <a:lnTo>
                  <a:pt x="1438044" y="0"/>
                </a:lnTo>
                <a:lnTo>
                  <a:pt x="1438044" y="611823"/>
                </a:lnTo>
                <a:lnTo>
                  <a:pt x="0" y="6118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3" name="Group 13"/>
          <p:cNvGrpSpPr/>
          <p:nvPr/>
        </p:nvGrpSpPr>
        <p:grpSpPr>
          <a:xfrm>
            <a:off x="9973240" y="7983152"/>
            <a:ext cx="4311575" cy="654339"/>
            <a:chOff x="0" y="0"/>
            <a:chExt cx="1135559" cy="1723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5559" cy="172336"/>
            </a:xfrm>
            <a:custGeom>
              <a:avLst/>
              <a:gdLst/>
              <a:ahLst/>
              <a:cxnLst/>
              <a:rect l="l" t="t" r="r" b="b"/>
              <a:pathLst>
                <a:path w="1135559" h="172336">
                  <a:moveTo>
                    <a:pt x="0" y="0"/>
                  </a:moveTo>
                  <a:lnTo>
                    <a:pt x="1135559" y="0"/>
                  </a:lnTo>
                  <a:lnTo>
                    <a:pt x="1135559" y="172336"/>
                  </a:lnTo>
                  <a:lnTo>
                    <a:pt x="0" y="1723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F6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135559" cy="200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13763" y="2671831"/>
            <a:ext cx="768096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Download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9FBF097D-3D7B-3260-D70C-6959EF7030A1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49961">
            <a:off x="-30578" y="8445560"/>
            <a:ext cx="867930" cy="2999683"/>
            <a:chOff x="0" y="0"/>
            <a:chExt cx="228591" cy="790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591" cy="790040"/>
            </a:xfrm>
            <a:custGeom>
              <a:avLst/>
              <a:gdLst/>
              <a:ahLst/>
              <a:cxnLst/>
              <a:rect l="l" t="t" r="r" b="b"/>
              <a:pathLst>
                <a:path w="228591" h="790040">
                  <a:moveTo>
                    <a:pt x="0" y="0"/>
                  </a:moveTo>
                  <a:lnTo>
                    <a:pt x="228591" y="0"/>
                  </a:lnTo>
                  <a:lnTo>
                    <a:pt x="228591" y="790040"/>
                  </a:lnTo>
                  <a:lnTo>
                    <a:pt x="0" y="790040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228591" cy="875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4025804">
            <a:off x="-2464705" y="7225431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4336422" y="619639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9" name="Group 9"/>
          <p:cNvGrpSpPr/>
          <p:nvPr/>
        </p:nvGrpSpPr>
        <p:grpSpPr>
          <a:xfrm>
            <a:off x="10489984" y="3709379"/>
            <a:ext cx="1860733" cy="1696243"/>
            <a:chOff x="0" y="0"/>
            <a:chExt cx="595359" cy="5427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5359" cy="542729"/>
            </a:xfrm>
            <a:custGeom>
              <a:avLst/>
              <a:gdLst/>
              <a:ahLst/>
              <a:cxnLst/>
              <a:rect l="l" t="t" r="r" b="b"/>
              <a:pathLst>
                <a:path w="595359" h="542729">
                  <a:moveTo>
                    <a:pt x="0" y="0"/>
                  </a:moveTo>
                  <a:lnTo>
                    <a:pt x="595359" y="0"/>
                  </a:lnTo>
                  <a:lnTo>
                    <a:pt x="595359" y="542729"/>
                  </a:lnTo>
                  <a:lnTo>
                    <a:pt x="0" y="542729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595359" cy="628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612729" y="3841309"/>
            <a:ext cx="1615242" cy="1432385"/>
          </a:xfrm>
          <a:custGeom>
            <a:avLst/>
            <a:gdLst/>
            <a:ahLst/>
            <a:cxnLst/>
            <a:rect l="l" t="t" r="r" b="b"/>
            <a:pathLst>
              <a:path w="1615242" h="1432385">
                <a:moveTo>
                  <a:pt x="0" y="0"/>
                </a:moveTo>
                <a:lnTo>
                  <a:pt x="1615242" y="0"/>
                </a:lnTo>
                <a:lnTo>
                  <a:pt x="1615242" y="1432384"/>
                </a:lnTo>
                <a:lnTo>
                  <a:pt x="0" y="14323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3" name="Group 13"/>
          <p:cNvGrpSpPr/>
          <p:nvPr/>
        </p:nvGrpSpPr>
        <p:grpSpPr>
          <a:xfrm>
            <a:off x="11420350" y="4557501"/>
            <a:ext cx="4383677" cy="4974433"/>
            <a:chOff x="0" y="0"/>
            <a:chExt cx="1262699" cy="14328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62699" cy="1432864"/>
            </a:xfrm>
            <a:custGeom>
              <a:avLst/>
              <a:gdLst/>
              <a:ahLst/>
              <a:cxnLst/>
              <a:rect l="l" t="t" r="r" b="b"/>
              <a:pathLst>
                <a:path w="1262699" h="1432864">
                  <a:moveTo>
                    <a:pt x="0" y="0"/>
                  </a:moveTo>
                  <a:lnTo>
                    <a:pt x="1262699" y="0"/>
                  </a:lnTo>
                  <a:lnTo>
                    <a:pt x="1262699" y="1432864"/>
                  </a:lnTo>
                  <a:lnTo>
                    <a:pt x="0" y="1432864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1262699" cy="1518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1556834" y="4685754"/>
            <a:ext cx="4110710" cy="4700507"/>
          </a:xfrm>
          <a:custGeom>
            <a:avLst/>
            <a:gdLst/>
            <a:ahLst/>
            <a:cxnLst/>
            <a:rect l="l" t="t" r="r" b="b"/>
            <a:pathLst>
              <a:path w="4110710" h="4700507">
                <a:moveTo>
                  <a:pt x="0" y="0"/>
                </a:moveTo>
                <a:lnTo>
                  <a:pt x="4110710" y="0"/>
                </a:lnTo>
                <a:lnTo>
                  <a:pt x="4110710" y="4700508"/>
                </a:lnTo>
                <a:lnTo>
                  <a:pt x="0" y="47005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 rot="1392171">
            <a:off x="9742451" y="5238903"/>
            <a:ext cx="1336204" cy="967078"/>
          </a:xfrm>
          <a:custGeom>
            <a:avLst/>
            <a:gdLst/>
            <a:ahLst/>
            <a:cxnLst/>
            <a:rect l="l" t="t" r="r" b="b"/>
            <a:pathLst>
              <a:path w="1336204" h="967078">
                <a:moveTo>
                  <a:pt x="0" y="0"/>
                </a:moveTo>
                <a:lnTo>
                  <a:pt x="1336204" y="0"/>
                </a:lnTo>
                <a:lnTo>
                  <a:pt x="1336204" y="967078"/>
                </a:lnTo>
                <a:lnTo>
                  <a:pt x="0" y="967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TextBox 18"/>
          <p:cNvSpPr txBox="1"/>
          <p:nvPr/>
        </p:nvSpPr>
        <p:spPr>
          <a:xfrm>
            <a:off x="902344" y="619639"/>
            <a:ext cx="12501775" cy="265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8"/>
              </a:lnSpc>
            </a:pPr>
            <a:r>
              <a:rPr lang="en-US" sz="5872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Acesso de Pastas Compartilhadas no Computador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344" y="3429212"/>
            <a:ext cx="8837906" cy="1906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Após realizar o download: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Acesse o explorador de arquivos do seu computador;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Localize “Meu Drive”.</a:t>
            </a:r>
          </a:p>
          <a:p>
            <a:pPr algn="just">
              <a:lnSpc>
                <a:spcPts val="3839"/>
              </a:lnSpc>
            </a:pPr>
            <a:endParaRPr lang="en-US" sz="2399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9CF58154-6C10-63D8-E75F-090758832F23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49961">
            <a:off x="-30578" y="8445560"/>
            <a:ext cx="867930" cy="2999683"/>
            <a:chOff x="0" y="0"/>
            <a:chExt cx="228591" cy="790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591" cy="790040"/>
            </a:xfrm>
            <a:custGeom>
              <a:avLst/>
              <a:gdLst/>
              <a:ahLst/>
              <a:cxnLst/>
              <a:rect l="l" t="t" r="r" b="b"/>
              <a:pathLst>
                <a:path w="228591" h="790040">
                  <a:moveTo>
                    <a:pt x="0" y="0"/>
                  </a:moveTo>
                  <a:lnTo>
                    <a:pt x="228591" y="0"/>
                  </a:lnTo>
                  <a:lnTo>
                    <a:pt x="228591" y="790040"/>
                  </a:lnTo>
                  <a:lnTo>
                    <a:pt x="0" y="790040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228591" cy="875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4025804">
            <a:off x="-2464705" y="7225431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4336422" y="619639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9" name="Group 9"/>
          <p:cNvGrpSpPr/>
          <p:nvPr/>
        </p:nvGrpSpPr>
        <p:grpSpPr>
          <a:xfrm>
            <a:off x="12007270" y="4227186"/>
            <a:ext cx="2569316" cy="1225014"/>
            <a:chOff x="0" y="0"/>
            <a:chExt cx="805741" cy="3841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05741" cy="384166"/>
            </a:xfrm>
            <a:custGeom>
              <a:avLst/>
              <a:gdLst/>
              <a:ahLst/>
              <a:cxnLst/>
              <a:rect l="l" t="t" r="r" b="b"/>
              <a:pathLst>
                <a:path w="805741" h="384166">
                  <a:moveTo>
                    <a:pt x="0" y="0"/>
                  </a:moveTo>
                  <a:lnTo>
                    <a:pt x="805741" y="0"/>
                  </a:lnTo>
                  <a:lnTo>
                    <a:pt x="805741" y="384166"/>
                  </a:lnTo>
                  <a:lnTo>
                    <a:pt x="0" y="384166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805741" cy="469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111533" y="4329774"/>
            <a:ext cx="2360790" cy="1009339"/>
          </a:xfrm>
          <a:custGeom>
            <a:avLst/>
            <a:gdLst/>
            <a:ahLst/>
            <a:cxnLst/>
            <a:rect l="l" t="t" r="r" b="b"/>
            <a:pathLst>
              <a:path w="2360790" h="1009339">
                <a:moveTo>
                  <a:pt x="0" y="0"/>
                </a:moveTo>
                <a:lnTo>
                  <a:pt x="2360791" y="0"/>
                </a:lnTo>
                <a:lnTo>
                  <a:pt x="2360791" y="1009339"/>
                </a:lnTo>
                <a:lnTo>
                  <a:pt x="0" y="10093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1301" r="-511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902344" y="619639"/>
            <a:ext cx="12501775" cy="265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8"/>
              </a:lnSpc>
            </a:pPr>
            <a:r>
              <a:rPr lang="en-US" sz="5872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Acesso de Pastas Compartilhadas no Computador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2344" y="3623654"/>
            <a:ext cx="7543390" cy="5307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Após realizar o download:</a:t>
            </a:r>
          </a:p>
          <a:p>
            <a:pPr marL="518107" lvl="1" indent="-259053" algn="just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Localize e acesse a pasta principal com o seu nome ou de sua empresa “[NOME CLIENTE];</a:t>
            </a:r>
          </a:p>
          <a:p>
            <a:pPr marL="518107" lvl="1" indent="-259053" algn="just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Ao acessar a pasta principal, será possível acessar as pastas específicas:</a:t>
            </a:r>
          </a:p>
          <a:p>
            <a:pPr marL="1036213" lvl="2" indent="-345404" algn="l">
              <a:lnSpc>
                <a:spcPts val="3839"/>
              </a:lnSpc>
              <a:buFont typeface="Arial"/>
              <a:buChar char="⚬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0. Documentos;</a:t>
            </a:r>
          </a:p>
          <a:p>
            <a:pPr marL="1036213" lvl="2" indent="-345404" algn="l">
              <a:lnSpc>
                <a:spcPts val="3839"/>
              </a:lnSpc>
              <a:buFont typeface="Arial"/>
              <a:buChar char="⚬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1. Subsídios;</a:t>
            </a:r>
          </a:p>
          <a:p>
            <a:pPr marL="1036213" lvl="2" indent="-345404" algn="l">
              <a:lnSpc>
                <a:spcPts val="3839"/>
              </a:lnSpc>
              <a:buFont typeface="Arial"/>
              <a:buChar char="⚬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2. Registro Financeiro Mensal;</a:t>
            </a:r>
          </a:p>
          <a:p>
            <a:pPr marL="1036213" lvl="2" indent="-345404" algn="l">
              <a:lnSpc>
                <a:spcPts val="3839"/>
              </a:lnSpc>
              <a:buFont typeface="Arial"/>
              <a:buChar char="⚬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3. e-Produtor;</a:t>
            </a:r>
          </a:p>
          <a:p>
            <a:pPr marL="1036213" lvl="2" indent="-345404" algn="l">
              <a:lnSpc>
                <a:spcPts val="3839"/>
              </a:lnSpc>
              <a:buFont typeface="Arial"/>
              <a:buChar char="⚬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4. Relatório da Assessoria.</a:t>
            </a:r>
          </a:p>
          <a:p>
            <a:pPr algn="just">
              <a:lnSpc>
                <a:spcPts val="3839"/>
              </a:lnSpc>
            </a:pPr>
            <a:endParaRPr lang="en-US" sz="2399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9144000" y="4899434"/>
            <a:ext cx="8229669" cy="2788187"/>
            <a:chOff x="0" y="0"/>
            <a:chExt cx="2580835" cy="8743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80835" cy="874379"/>
            </a:xfrm>
            <a:custGeom>
              <a:avLst/>
              <a:gdLst/>
              <a:ahLst/>
              <a:cxnLst/>
              <a:rect l="l" t="t" r="r" b="b"/>
              <a:pathLst>
                <a:path w="2580835" h="874379">
                  <a:moveTo>
                    <a:pt x="0" y="0"/>
                  </a:moveTo>
                  <a:lnTo>
                    <a:pt x="2580835" y="0"/>
                  </a:lnTo>
                  <a:lnTo>
                    <a:pt x="2580835" y="874379"/>
                  </a:lnTo>
                  <a:lnTo>
                    <a:pt x="0" y="874379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2580835" cy="960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9258369" y="5018188"/>
            <a:ext cx="8032061" cy="2570242"/>
          </a:xfrm>
          <a:custGeom>
            <a:avLst/>
            <a:gdLst/>
            <a:ahLst/>
            <a:cxnLst/>
            <a:rect l="l" t="t" r="r" b="b"/>
            <a:pathLst>
              <a:path w="8032061" h="2570242">
                <a:moveTo>
                  <a:pt x="0" y="0"/>
                </a:moveTo>
                <a:lnTo>
                  <a:pt x="8032061" y="0"/>
                </a:lnTo>
                <a:lnTo>
                  <a:pt x="8032061" y="2570242"/>
                </a:lnTo>
                <a:lnTo>
                  <a:pt x="0" y="25702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489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E01AF09A-884E-3359-1294-FAD5EBAE4059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130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8623650" y="5757211"/>
            <a:ext cx="8391395" cy="3814365"/>
            <a:chOff x="0" y="0"/>
            <a:chExt cx="2210079" cy="10046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10079" cy="1004606"/>
            </a:xfrm>
            <a:custGeom>
              <a:avLst/>
              <a:gdLst/>
              <a:ahLst/>
              <a:cxnLst/>
              <a:rect l="l" t="t" r="r" b="b"/>
              <a:pathLst>
                <a:path w="2210079" h="1004606">
                  <a:moveTo>
                    <a:pt x="0" y="0"/>
                  </a:moveTo>
                  <a:lnTo>
                    <a:pt x="2210079" y="0"/>
                  </a:lnTo>
                  <a:lnTo>
                    <a:pt x="2210079" y="1004606"/>
                  </a:lnTo>
                  <a:lnTo>
                    <a:pt x="0" y="1004606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2210079" cy="1090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476312" y="1279013"/>
            <a:ext cx="2468274" cy="4215784"/>
            <a:chOff x="0" y="0"/>
            <a:chExt cx="908119" cy="15510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08119" cy="1551057"/>
            </a:xfrm>
            <a:custGeom>
              <a:avLst/>
              <a:gdLst/>
              <a:ahLst/>
              <a:cxnLst/>
              <a:rect l="l" t="t" r="r" b="b"/>
              <a:pathLst>
                <a:path w="908119" h="1551057">
                  <a:moveTo>
                    <a:pt x="0" y="0"/>
                  </a:moveTo>
                  <a:lnTo>
                    <a:pt x="908119" y="0"/>
                  </a:lnTo>
                  <a:lnTo>
                    <a:pt x="908119" y="1551057"/>
                  </a:lnTo>
                  <a:lnTo>
                    <a:pt x="0" y="1551057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908119" cy="1636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560688" y="1348755"/>
            <a:ext cx="2299523" cy="4037534"/>
          </a:xfrm>
          <a:custGeom>
            <a:avLst/>
            <a:gdLst/>
            <a:ahLst/>
            <a:cxnLst/>
            <a:rect l="l" t="t" r="r" b="b"/>
            <a:pathLst>
              <a:path w="2299523" h="4037534">
                <a:moveTo>
                  <a:pt x="0" y="0"/>
                </a:moveTo>
                <a:lnTo>
                  <a:pt x="2299522" y="0"/>
                </a:lnTo>
                <a:lnTo>
                  <a:pt x="2299522" y="4037534"/>
                </a:lnTo>
                <a:lnTo>
                  <a:pt x="0" y="4037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14457362" y="1359831"/>
            <a:ext cx="790271" cy="336224"/>
          </a:xfrm>
          <a:custGeom>
            <a:avLst/>
            <a:gdLst/>
            <a:ahLst/>
            <a:cxnLst/>
            <a:rect l="l" t="t" r="r" b="b"/>
            <a:pathLst>
              <a:path w="790271" h="336224">
                <a:moveTo>
                  <a:pt x="0" y="0"/>
                </a:moveTo>
                <a:lnTo>
                  <a:pt x="790271" y="0"/>
                </a:lnTo>
                <a:lnTo>
                  <a:pt x="790271" y="336224"/>
                </a:lnTo>
                <a:lnTo>
                  <a:pt x="0" y="336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14278601" y="2914979"/>
            <a:ext cx="850060" cy="814373"/>
            <a:chOff x="0" y="0"/>
            <a:chExt cx="312751" cy="2996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2751" cy="299621"/>
            </a:xfrm>
            <a:custGeom>
              <a:avLst/>
              <a:gdLst/>
              <a:ahLst/>
              <a:cxnLst/>
              <a:rect l="l" t="t" r="r" b="b"/>
              <a:pathLst>
                <a:path w="312751" h="299621">
                  <a:moveTo>
                    <a:pt x="0" y="0"/>
                  </a:moveTo>
                  <a:lnTo>
                    <a:pt x="312751" y="0"/>
                  </a:lnTo>
                  <a:lnTo>
                    <a:pt x="312751" y="299621"/>
                  </a:lnTo>
                  <a:lnTo>
                    <a:pt x="0" y="2996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F6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12751" cy="328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763004" y="5861558"/>
            <a:ext cx="8112688" cy="3605670"/>
          </a:xfrm>
          <a:custGeom>
            <a:avLst/>
            <a:gdLst/>
            <a:ahLst/>
            <a:cxnLst/>
            <a:rect l="l" t="t" r="r" b="b"/>
            <a:pathLst>
              <a:path w="8112688" h="3605670">
                <a:moveTo>
                  <a:pt x="0" y="0"/>
                </a:moveTo>
                <a:lnTo>
                  <a:pt x="8112687" y="0"/>
                </a:lnTo>
                <a:lnTo>
                  <a:pt x="8112687" y="3605670"/>
                </a:lnTo>
                <a:lnTo>
                  <a:pt x="0" y="3605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48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13763" y="4427606"/>
            <a:ext cx="7370788" cy="5793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utilizar o Drive online: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Realize o login no Google com a conta gmail fornecida pela TEX CAPITAL;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Na lateral superior direita da página inicial do Google acesse “Google Apps”;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Localize e acesse o “Drive”;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Acesse “Compartilhados comigo”.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Localize a pasta principal com seu nome ou de sua empresa. </a:t>
            </a:r>
          </a:p>
          <a:p>
            <a:pPr algn="l">
              <a:lnSpc>
                <a:spcPts val="3839"/>
              </a:lnSpc>
            </a:pPr>
            <a:endParaRPr lang="en-US" sz="2399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39"/>
              </a:lnSpc>
            </a:pPr>
            <a:endParaRPr lang="en-US" sz="2399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839"/>
              </a:lnSpc>
            </a:pPr>
            <a:endParaRPr lang="en-US" sz="2399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2128906"/>
            <a:ext cx="6041244" cy="238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Drive online</a:t>
            </a:r>
          </a:p>
        </p:txBody>
      </p:sp>
      <p:sp>
        <p:nvSpPr>
          <p:cNvPr id="17" name="Freeform 17"/>
          <p:cNvSpPr/>
          <p:nvPr/>
        </p:nvSpPr>
        <p:spPr>
          <a:xfrm rot="6008546" flipV="1">
            <a:off x="15997565" y="4268448"/>
            <a:ext cx="1336204" cy="967078"/>
          </a:xfrm>
          <a:custGeom>
            <a:avLst/>
            <a:gdLst/>
            <a:ahLst/>
            <a:cxnLst/>
            <a:rect l="l" t="t" r="r" b="b"/>
            <a:pathLst>
              <a:path w="1336204" h="967078">
                <a:moveTo>
                  <a:pt x="0" y="967077"/>
                </a:moveTo>
                <a:lnTo>
                  <a:pt x="1336204" y="967077"/>
                </a:lnTo>
                <a:lnTo>
                  <a:pt x="1336204" y="0"/>
                </a:lnTo>
                <a:lnTo>
                  <a:pt x="0" y="0"/>
                </a:lnTo>
                <a:lnTo>
                  <a:pt x="0" y="96707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830CA792-12C9-8B49-1DC3-B6D6938D9132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130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725619" y="3323379"/>
            <a:ext cx="6650657" cy="5746342"/>
            <a:chOff x="0" y="0"/>
            <a:chExt cx="1751613" cy="15134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1613" cy="1513440"/>
            </a:xfrm>
            <a:custGeom>
              <a:avLst/>
              <a:gdLst/>
              <a:ahLst/>
              <a:cxnLst/>
              <a:rect l="l" t="t" r="r" b="b"/>
              <a:pathLst>
                <a:path w="1751613" h="1513440">
                  <a:moveTo>
                    <a:pt x="0" y="0"/>
                  </a:moveTo>
                  <a:lnTo>
                    <a:pt x="1751613" y="0"/>
                  </a:lnTo>
                  <a:lnTo>
                    <a:pt x="1751613" y="1513440"/>
                  </a:lnTo>
                  <a:lnTo>
                    <a:pt x="0" y="1513440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1751613" cy="1599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823545" y="3467100"/>
            <a:ext cx="6435755" cy="5458899"/>
          </a:xfrm>
          <a:custGeom>
            <a:avLst/>
            <a:gdLst/>
            <a:ahLst/>
            <a:cxnLst/>
            <a:rect l="l" t="t" r="r" b="b"/>
            <a:pathLst>
              <a:path w="6435755" h="5458899">
                <a:moveTo>
                  <a:pt x="0" y="0"/>
                </a:moveTo>
                <a:lnTo>
                  <a:pt x="6435755" y="0"/>
                </a:lnTo>
                <a:lnTo>
                  <a:pt x="6435755" y="5458900"/>
                </a:lnTo>
                <a:lnTo>
                  <a:pt x="0" y="545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013762" y="4427606"/>
            <a:ext cx="9296479" cy="6278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Localize 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acesse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a pasta principal com 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seu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nome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ou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sua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empresa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“[NOME CLIENTE]”;</a:t>
            </a:r>
          </a:p>
          <a:p>
            <a:pPr marL="518107" lvl="1" indent="-259053" algn="just">
              <a:lnSpc>
                <a:spcPts val="3839"/>
              </a:lnSpc>
              <a:buFont typeface="Arial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acessar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a pasta principal,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será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possível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acessar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as pastas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específicas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1036213" lvl="2" indent="-345404" algn="l">
              <a:lnSpc>
                <a:spcPts val="3839"/>
              </a:lnSpc>
              <a:buFont typeface="Arial"/>
              <a:buChar char="⚬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0.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Documentos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marL="1036213" lvl="2" indent="-345404" algn="l">
              <a:lnSpc>
                <a:spcPts val="3839"/>
              </a:lnSpc>
              <a:buFont typeface="Arial"/>
              <a:buChar char="⚬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Subsídios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marL="1036213" lvl="2" indent="-345404" algn="l">
              <a:lnSpc>
                <a:spcPts val="3839"/>
              </a:lnSpc>
              <a:buFont typeface="Arial"/>
              <a:buChar char="⚬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Registro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Financeiro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Mensal;</a:t>
            </a:r>
          </a:p>
          <a:p>
            <a:pPr marL="1036213" lvl="2" indent="-345404" algn="l">
              <a:lnSpc>
                <a:spcPts val="3839"/>
              </a:lnSpc>
              <a:buFont typeface="Arial"/>
              <a:buChar char="⚬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3. e-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Produtor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marL="1036213" lvl="2" indent="-345404" algn="l">
              <a:lnSpc>
                <a:spcPts val="3839"/>
              </a:lnSpc>
              <a:buFont typeface="Arial"/>
              <a:buChar char="⚬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Relatório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Assessoria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2128906"/>
            <a:ext cx="6533682" cy="238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Drive online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67AF814-1EE7-B8B4-C610-DC57C367E387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49961">
            <a:off x="-30578" y="8445560"/>
            <a:ext cx="867930" cy="2999683"/>
            <a:chOff x="0" y="0"/>
            <a:chExt cx="228591" cy="790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591" cy="790040"/>
            </a:xfrm>
            <a:custGeom>
              <a:avLst/>
              <a:gdLst/>
              <a:ahLst/>
              <a:cxnLst/>
              <a:rect l="l" t="t" r="r" b="b"/>
              <a:pathLst>
                <a:path w="228591" h="790040">
                  <a:moveTo>
                    <a:pt x="0" y="0"/>
                  </a:moveTo>
                  <a:lnTo>
                    <a:pt x="228591" y="0"/>
                  </a:lnTo>
                  <a:lnTo>
                    <a:pt x="228591" y="790040"/>
                  </a:lnTo>
                  <a:lnTo>
                    <a:pt x="0" y="790040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228591" cy="875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4025804">
            <a:off x="-2464705" y="7225431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4336422" y="619639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902344" y="666563"/>
            <a:ext cx="12501775" cy="8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8"/>
              </a:lnSpc>
            </a:pPr>
            <a:r>
              <a:rPr lang="en-US" sz="5872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Detalhamento</a:t>
            </a:r>
            <a:r>
              <a:rPr lang="en-US" sz="5872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das pastas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2344" y="2124790"/>
            <a:ext cx="15275964" cy="5307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0.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Documentos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 marL="518107" lvl="1" indent="-259053" algn="just">
              <a:lnSpc>
                <a:spcPts val="3839"/>
              </a:lnSpc>
              <a:buFont typeface="Arial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Para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contratos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documentos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pessoais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instruções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uso.</a:t>
            </a: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839"/>
              </a:lnSpc>
            </a:pP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Subsídios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 marL="518107" lvl="1" indent="-259053" algn="just">
              <a:lnSpc>
                <a:spcPts val="3839"/>
              </a:lnSpc>
              <a:buFont typeface="Arial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Para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disponibilizar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extratos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documentos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bancários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necessários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para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análise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financeira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3839"/>
              </a:lnSpc>
            </a:pP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Registro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Financeiro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Mensal:</a:t>
            </a:r>
          </a:p>
          <a:p>
            <a:pPr marL="518107" lvl="1" indent="-259053" algn="just">
              <a:lnSpc>
                <a:spcPts val="3839"/>
              </a:lnSpc>
              <a:buFont typeface="Arial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Para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planilha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preenchimento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mensal.</a:t>
            </a:r>
          </a:p>
          <a:p>
            <a:pPr algn="just">
              <a:lnSpc>
                <a:spcPts val="3839"/>
              </a:lnSpc>
            </a:pP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e-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Produtor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 marL="518107" lvl="1" indent="-259053" algn="just">
              <a:lnSpc>
                <a:spcPts val="3839"/>
              </a:lnSpc>
              <a:buFont typeface="Arial"/>
              <a:buChar char="•"/>
            </a:pP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Arquivos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relacionados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sistema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e-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Produtor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3839"/>
              </a:lnSpc>
            </a:pP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Relatório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Assessoria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Mensal:</a:t>
            </a:r>
          </a:p>
          <a:p>
            <a:pPr marL="518107" lvl="1" indent="-259053" algn="just">
              <a:lnSpc>
                <a:spcPts val="3839"/>
              </a:lnSpc>
              <a:buFont typeface="Arial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Para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arquivos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gerados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pela TEX CAPITAL para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apresentação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mensais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anuais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C184AB0-9B61-56EB-31D1-8FACEBD1A31E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1498" y="-517806"/>
            <a:ext cx="10805994" cy="11939470"/>
            <a:chOff x="0" y="0"/>
            <a:chExt cx="14407992" cy="1591929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4928" r="14928"/>
            <a:stretch>
              <a:fillRect/>
            </a:stretch>
          </p:blipFill>
          <p:spPr>
            <a:xfrm>
              <a:off x="0" y="0"/>
              <a:ext cx="14407992" cy="15919294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 rot="5400000">
            <a:off x="7340829" y="3217725"/>
            <a:ext cx="11029774" cy="4214584"/>
          </a:xfrm>
          <a:custGeom>
            <a:avLst/>
            <a:gdLst/>
            <a:ahLst/>
            <a:cxnLst/>
            <a:rect l="l" t="t" r="r" b="b"/>
            <a:pathLst>
              <a:path w="11029774" h="4214584">
                <a:moveTo>
                  <a:pt x="0" y="0"/>
                </a:moveTo>
                <a:lnTo>
                  <a:pt x="11029774" y="0"/>
                </a:lnTo>
                <a:lnTo>
                  <a:pt x="11029774" y="4214584"/>
                </a:lnTo>
                <a:lnTo>
                  <a:pt x="0" y="4214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926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1426197" y="777220"/>
            <a:ext cx="870603" cy="331509"/>
          </a:xfrm>
          <a:custGeom>
            <a:avLst/>
            <a:gdLst/>
            <a:ahLst/>
            <a:cxnLst/>
            <a:rect l="l" t="t" r="r" b="b"/>
            <a:pathLst>
              <a:path w="870603" h="331509">
                <a:moveTo>
                  <a:pt x="0" y="0"/>
                </a:moveTo>
                <a:lnTo>
                  <a:pt x="870603" y="0"/>
                </a:lnTo>
                <a:lnTo>
                  <a:pt x="870603" y="331510"/>
                </a:lnTo>
                <a:lnTo>
                  <a:pt x="0" y="3315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4645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028700" y="512369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4"/>
                </a:lnTo>
                <a:lnTo>
                  <a:pt x="0" y="1331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028700" y="2316256"/>
            <a:ext cx="9415603" cy="927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2"/>
              </a:lnSpc>
            </a:pPr>
            <a:r>
              <a:rPr lang="en-US" sz="6502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que é o AnyDesk?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5420" y="3715269"/>
            <a:ext cx="8671215" cy="4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608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ARMAZENAMENTO EM NUVEM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5420" y="4369014"/>
            <a:ext cx="9053139" cy="138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AnyDesk® é um software de acesso remoto a computadores, permitindo que você acesse e controle outro computador a partir de qualquer local.</a:t>
            </a:r>
          </a:p>
          <a:p>
            <a:pPr algn="just">
              <a:lnSpc>
                <a:spcPts val="2799"/>
              </a:lnSpc>
            </a:pPr>
            <a:endParaRPr lang="en-US" sz="1999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5420" y="5670770"/>
            <a:ext cx="5236909" cy="4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608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COMPARTILHAMENTO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5420" y="6324515"/>
            <a:ext cx="9053139" cy="68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Recursos como compartilhamento de tela, trabalho em equipe, solução de problemas e suporte técnico remoto.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5420" y="7407196"/>
            <a:ext cx="5236909" cy="4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608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SEGURANÇA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059874"/>
            <a:ext cx="9053139" cy="68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Utiliza criptografia de nível militar e outros recursos de segurança para garantir a proteção das conexões e dos dados transferidos. 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1FD53DC1-9C5A-2991-AF48-14208764FE64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130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7607976" y="3875156"/>
            <a:ext cx="9651324" cy="3965193"/>
            <a:chOff x="0" y="0"/>
            <a:chExt cx="2541912" cy="10443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41912" cy="1044331"/>
            </a:xfrm>
            <a:custGeom>
              <a:avLst/>
              <a:gdLst/>
              <a:ahLst/>
              <a:cxnLst/>
              <a:rect l="l" t="t" r="r" b="b"/>
              <a:pathLst>
                <a:path w="2541912" h="1044331">
                  <a:moveTo>
                    <a:pt x="0" y="0"/>
                  </a:moveTo>
                  <a:lnTo>
                    <a:pt x="2541912" y="0"/>
                  </a:lnTo>
                  <a:lnTo>
                    <a:pt x="2541912" y="1044331"/>
                  </a:lnTo>
                  <a:lnTo>
                    <a:pt x="0" y="1044331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2541912" cy="1130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750984" y="3970406"/>
            <a:ext cx="9365309" cy="3753556"/>
          </a:xfrm>
          <a:custGeom>
            <a:avLst/>
            <a:gdLst/>
            <a:ahLst/>
            <a:cxnLst/>
            <a:rect l="l" t="t" r="r" b="b"/>
            <a:pathLst>
              <a:path w="9365309" h="3753556">
                <a:moveTo>
                  <a:pt x="0" y="0"/>
                </a:moveTo>
                <a:lnTo>
                  <a:pt x="9365309" y="0"/>
                </a:lnTo>
                <a:lnTo>
                  <a:pt x="9365309" y="3753556"/>
                </a:lnTo>
                <a:lnTo>
                  <a:pt x="0" y="3753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013763" y="4427606"/>
            <a:ext cx="8130237" cy="3850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baixar o AnyDesk no computador: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Acesse o site: </a:t>
            </a: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  <a:hlinkClick r:id="rId4" tooltip="https://anydesk.com/pt/downloads/windows"/>
              </a:rPr>
              <a:t>https://workspace.google.com/intl/pt-BR/products/drive/#download</a:t>
            </a: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Clique em “Baixe Agora”;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Aguarde a conclusão do download.</a:t>
            </a:r>
          </a:p>
          <a:p>
            <a:pPr algn="l">
              <a:lnSpc>
                <a:spcPts val="3839"/>
              </a:lnSpc>
            </a:pPr>
            <a:endParaRPr lang="en-US" sz="2399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839"/>
              </a:lnSpc>
            </a:pPr>
            <a:endParaRPr lang="en-US" sz="2399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3763" y="2671831"/>
            <a:ext cx="768096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Download</a:t>
            </a:r>
          </a:p>
        </p:txBody>
      </p:sp>
      <p:sp>
        <p:nvSpPr>
          <p:cNvPr id="9" name="Freeform 9"/>
          <p:cNvSpPr/>
          <p:nvPr/>
        </p:nvSpPr>
        <p:spPr>
          <a:xfrm>
            <a:off x="10444744" y="6560835"/>
            <a:ext cx="1438044" cy="611822"/>
          </a:xfrm>
          <a:custGeom>
            <a:avLst/>
            <a:gdLst/>
            <a:ahLst/>
            <a:cxnLst/>
            <a:rect l="l" t="t" r="r" b="b"/>
            <a:pathLst>
              <a:path w="1438044" h="611822">
                <a:moveTo>
                  <a:pt x="0" y="0"/>
                </a:moveTo>
                <a:lnTo>
                  <a:pt x="1438044" y="0"/>
                </a:lnTo>
                <a:lnTo>
                  <a:pt x="1438044" y="611823"/>
                </a:lnTo>
                <a:lnTo>
                  <a:pt x="0" y="6118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63D462-E59A-3F80-AB83-FEE9832B6626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49961">
            <a:off x="-30578" y="8445560"/>
            <a:ext cx="867930" cy="2999683"/>
            <a:chOff x="0" y="0"/>
            <a:chExt cx="228591" cy="790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591" cy="790040"/>
            </a:xfrm>
            <a:custGeom>
              <a:avLst/>
              <a:gdLst/>
              <a:ahLst/>
              <a:cxnLst/>
              <a:rect l="l" t="t" r="r" b="b"/>
              <a:pathLst>
                <a:path w="228591" h="790040">
                  <a:moveTo>
                    <a:pt x="0" y="0"/>
                  </a:moveTo>
                  <a:lnTo>
                    <a:pt x="228591" y="0"/>
                  </a:lnTo>
                  <a:lnTo>
                    <a:pt x="228591" y="790040"/>
                  </a:lnTo>
                  <a:lnTo>
                    <a:pt x="0" y="790040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228591" cy="875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4025804">
            <a:off x="-2464705" y="7225431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4336422" y="619639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9" name="Group 9"/>
          <p:cNvGrpSpPr/>
          <p:nvPr/>
        </p:nvGrpSpPr>
        <p:grpSpPr>
          <a:xfrm>
            <a:off x="9922378" y="2483979"/>
            <a:ext cx="6496524" cy="2578841"/>
            <a:chOff x="0" y="0"/>
            <a:chExt cx="2192978" cy="8705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2978" cy="870518"/>
            </a:xfrm>
            <a:custGeom>
              <a:avLst/>
              <a:gdLst/>
              <a:ahLst/>
              <a:cxnLst/>
              <a:rect l="l" t="t" r="r" b="b"/>
              <a:pathLst>
                <a:path w="2192978" h="870518">
                  <a:moveTo>
                    <a:pt x="0" y="0"/>
                  </a:moveTo>
                  <a:lnTo>
                    <a:pt x="2192978" y="0"/>
                  </a:lnTo>
                  <a:lnTo>
                    <a:pt x="2192978" y="870518"/>
                  </a:lnTo>
                  <a:lnTo>
                    <a:pt x="0" y="870518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192978" cy="956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92289" y="5933996"/>
            <a:ext cx="8526613" cy="3817999"/>
            <a:chOff x="0" y="0"/>
            <a:chExt cx="2456054" cy="10997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56054" cy="1099758"/>
            </a:xfrm>
            <a:custGeom>
              <a:avLst/>
              <a:gdLst/>
              <a:ahLst/>
              <a:cxnLst/>
              <a:rect l="l" t="t" r="r" b="b"/>
              <a:pathLst>
                <a:path w="2456054" h="1099758">
                  <a:moveTo>
                    <a:pt x="0" y="0"/>
                  </a:moveTo>
                  <a:lnTo>
                    <a:pt x="2456054" y="0"/>
                  </a:lnTo>
                  <a:lnTo>
                    <a:pt x="2456054" y="1099758"/>
                  </a:lnTo>
                  <a:lnTo>
                    <a:pt x="0" y="1099758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456054" cy="118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7721622" flipV="1">
            <a:off x="16026963" y="4715985"/>
            <a:ext cx="1336204" cy="967078"/>
          </a:xfrm>
          <a:custGeom>
            <a:avLst/>
            <a:gdLst/>
            <a:ahLst/>
            <a:cxnLst/>
            <a:rect l="l" t="t" r="r" b="b"/>
            <a:pathLst>
              <a:path w="1336204" h="967078">
                <a:moveTo>
                  <a:pt x="0" y="967077"/>
                </a:moveTo>
                <a:lnTo>
                  <a:pt x="1336204" y="967077"/>
                </a:lnTo>
                <a:lnTo>
                  <a:pt x="1336204" y="0"/>
                </a:lnTo>
                <a:lnTo>
                  <a:pt x="0" y="0"/>
                </a:lnTo>
                <a:lnTo>
                  <a:pt x="0" y="96707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10043991" y="2604598"/>
            <a:ext cx="6253297" cy="2337602"/>
          </a:xfrm>
          <a:custGeom>
            <a:avLst/>
            <a:gdLst/>
            <a:ahLst/>
            <a:cxnLst/>
            <a:rect l="l" t="t" r="r" b="b"/>
            <a:pathLst>
              <a:path w="6253297" h="2337602">
                <a:moveTo>
                  <a:pt x="0" y="0"/>
                </a:moveTo>
                <a:lnTo>
                  <a:pt x="6253298" y="0"/>
                </a:lnTo>
                <a:lnTo>
                  <a:pt x="6253298" y="2337603"/>
                </a:lnTo>
                <a:lnTo>
                  <a:pt x="0" y="23376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>
            <a:off x="7984676" y="6023264"/>
            <a:ext cx="8322789" cy="3620413"/>
          </a:xfrm>
          <a:custGeom>
            <a:avLst/>
            <a:gdLst/>
            <a:ahLst/>
            <a:cxnLst/>
            <a:rect l="l" t="t" r="r" b="b"/>
            <a:pathLst>
              <a:path w="8322789" h="3620413">
                <a:moveTo>
                  <a:pt x="0" y="0"/>
                </a:moveTo>
                <a:lnTo>
                  <a:pt x="8322789" y="0"/>
                </a:lnTo>
                <a:lnTo>
                  <a:pt x="8322789" y="3620413"/>
                </a:lnTo>
                <a:lnTo>
                  <a:pt x="0" y="3620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TextBox 18"/>
          <p:cNvSpPr txBox="1"/>
          <p:nvPr/>
        </p:nvSpPr>
        <p:spPr>
          <a:xfrm>
            <a:off x="902344" y="619639"/>
            <a:ext cx="7915323" cy="177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8"/>
              </a:lnSpc>
            </a:pPr>
            <a:r>
              <a:rPr lang="en-US" sz="5872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Compartilhamento de tela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0054" y="3460827"/>
            <a:ext cx="8358521" cy="3365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Após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realizar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 download:</a:t>
            </a:r>
          </a:p>
          <a:p>
            <a:pPr marL="518107" lvl="1" indent="-259053" algn="l">
              <a:lnSpc>
                <a:spcPts val="3839"/>
              </a:lnSpc>
              <a:buFont typeface="Arial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Localize 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acesse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AnyDesk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no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computador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marL="518107" lvl="1" indent="-259053" algn="just">
              <a:lnSpc>
                <a:spcPts val="3839"/>
              </a:lnSpc>
              <a:buFont typeface="Arial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Localize 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endereço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remoto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seu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dispositivo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encaminhe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código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para 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responsável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operacional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da TEX CAPITAL.</a:t>
            </a:r>
          </a:p>
          <a:p>
            <a:pPr algn="just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2155595" y="6662055"/>
            <a:ext cx="1352129" cy="623227"/>
            <a:chOff x="0" y="0"/>
            <a:chExt cx="389475" cy="17951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9475" cy="179518"/>
            </a:xfrm>
            <a:custGeom>
              <a:avLst/>
              <a:gdLst/>
              <a:ahLst/>
              <a:cxnLst/>
              <a:rect l="l" t="t" r="r" b="b"/>
              <a:pathLst>
                <a:path w="389475" h="179518">
                  <a:moveTo>
                    <a:pt x="0" y="0"/>
                  </a:moveTo>
                  <a:lnTo>
                    <a:pt x="389475" y="0"/>
                  </a:lnTo>
                  <a:lnTo>
                    <a:pt x="389475" y="179518"/>
                  </a:lnTo>
                  <a:lnTo>
                    <a:pt x="0" y="17951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389475" cy="265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944790" y="6662055"/>
            <a:ext cx="4121713" cy="654339"/>
            <a:chOff x="0" y="0"/>
            <a:chExt cx="1085554" cy="17233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85554" cy="172336"/>
            </a:xfrm>
            <a:custGeom>
              <a:avLst/>
              <a:gdLst/>
              <a:ahLst/>
              <a:cxnLst/>
              <a:rect l="l" t="t" r="r" b="b"/>
              <a:pathLst>
                <a:path w="1085554" h="172336">
                  <a:moveTo>
                    <a:pt x="0" y="0"/>
                  </a:moveTo>
                  <a:lnTo>
                    <a:pt x="1085554" y="0"/>
                  </a:lnTo>
                  <a:lnTo>
                    <a:pt x="1085554" y="172336"/>
                  </a:lnTo>
                  <a:lnTo>
                    <a:pt x="0" y="1723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F6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085554" cy="200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9">
            <a:extLst>
              <a:ext uri="{FF2B5EF4-FFF2-40B4-BE49-F238E27FC236}">
                <a16:creationId xmlns:a16="http://schemas.microsoft.com/office/drawing/2014/main" id="{18680A96-0CD3-8E66-27D5-9471CEA5B61A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CF85E-DE7E-CD6A-FFF2-8172EDBCD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552DEA-E277-8D5F-8E5E-89A1DD5710E5}"/>
              </a:ext>
            </a:extLst>
          </p:cNvPr>
          <p:cNvGrpSpPr/>
          <p:nvPr/>
        </p:nvGrpSpPr>
        <p:grpSpPr>
          <a:xfrm rot="-149961">
            <a:off x="-30578" y="8445560"/>
            <a:ext cx="867930" cy="2999683"/>
            <a:chOff x="0" y="0"/>
            <a:chExt cx="228591" cy="79004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BE05CC7-B88C-C23E-3271-5D87FB443473}"/>
                </a:ext>
              </a:extLst>
            </p:cNvPr>
            <p:cNvSpPr/>
            <p:nvPr/>
          </p:nvSpPr>
          <p:spPr>
            <a:xfrm>
              <a:off x="0" y="0"/>
              <a:ext cx="228591" cy="790040"/>
            </a:xfrm>
            <a:custGeom>
              <a:avLst/>
              <a:gdLst/>
              <a:ahLst/>
              <a:cxnLst/>
              <a:rect l="l" t="t" r="r" b="b"/>
              <a:pathLst>
                <a:path w="228591" h="790040">
                  <a:moveTo>
                    <a:pt x="0" y="0"/>
                  </a:moveTo>
                  <a:lnTo>
                    <a:pt x="228591" y="0"/>
                  </a:lnTo>
                  <a:lnTo>
                    <a:pt x="228591" y="790040"/>
                  </a:lnTo>
                  <a:lnTo>
                    <a:pt x="0" y="790040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A4F6960-4889-F1BA-96F9-EF7361FB87E5}"/>
                </a:ext>
              </a:extLst>
            </p:cNvPr>
            <p:cNvSpPr txBox="1"/>
            <p:nvPr/>
          </p:nvSpPr>
          <p:spPr>
            <a:xfrm>
              <a:off x="0" y="-85725"/>
              <a:ext cx="228591" cy="875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C617C3A-3352-23D2-5794-3105816DAA7A}"/>
              </a:ext>
            </a:extLst>
          </p:cNvPr>
          <p:cNvSpPr/>
          <p:nvPr/>
        </p:nvSpPr>
        <p:spPr>
          <a:xfrm rot="4025804">
            <a:off x="-2464705" y="7225431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979A7D3-106D-574C-FBAD-DD3B576CD6B0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4DC9A6D-E136-F5BD-1824-218C14A24BA6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13DEA1-B4D2-3F75-7628-B511E84E2FDD}"/>
              </a:ext>
            </a:extLst>
          </p:cNvPr>
          <p:cNvSpPr/>
          <p:nvPr/>
        </p:nvSpPr>
        <p:spPr>
          <a:xfrm>
            <a:off x="14336422" y="619639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8D9EA5B-B8D7-5861-4D18-CF3C1984FA5B}"/>
              </a:ext>
            </a:extLst>
          </p:cNvPr>
          <p:cNvSpPr txBox="1"/>
          <p:nvPr/>
        </p:nvSpPr>
        <p:spPr>
          <a:xfrm>
            <a:off x="902344" y="619639"/>
            <a:ext cx="7915323" cy="177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8"/>
              </a:lnSpc>
            </a:pPr>
            <a:r>
              <a:rPr lang="en-US" sz="5872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Compartilhamento de tela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8038D4B3-3484-84C4-03E5-E2A752696216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262D364B-BF7A-E515-3DAE-9331B511CE4F}"/>
              </a:ext>
            </a:extLst>
          </p:cNvPr>
          <p:cNvSpPr txBox="1"/>
          <p:nvPr/>
        </p:nvSpPr>
        <p:spPr>
          <a:xfrm>
            <a:off x="902344" y="3429212"/>
            <a:ext cx="6641456" cy="3852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Acesso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399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remoto</a:t>
            </a:r>
            <a:r>
              <a:rPr lang="en-US" sz="2399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 marL="342900" indent="-342900" algn="just">
              <a:lnSpc>
                <a:spcPts val="3839"/>
              </a:lnSpc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partir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desse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momento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, 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responsavel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operacional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da TEX CAPITAL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acessará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sua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máquina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para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realizar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configuração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do Google Drive 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eventuais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ajustes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839"/>
              </a:lnSpc>
            </a:pPr>
            <a:endParaRPr lang="en-US" sz="2399" dirty="0">
              <a:solidFill>
                <a:srgbClr val="3699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60A78C17-9DBF-6CBD-A853-4A6E8F84151C}"/>
              </a:ext>
            </a:extLst>
          </p:cNvPr>
          <p:cNvGrpSpPr/>
          <p:nvPr/>
        </p:nvGrpSpPr>
        <p:grpSpPr>
          <a:xfrm>
            <a:off x="8208615" y="3560179"/>
            <a:ext cx="8526613" cy="3817999"/>
            <a:chOff x="0" y="0"/>
            <a:chExt cx="2456054" cy="1099758"/>
          </a:xfrm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EA9F9662-ECDE-4E8D-9010-16075CE1DBEC}"/>
                </a:ext>
              </a:extLst>
            </p:cNvPr>
            <p:cNvSpPr/>
            <p:nvPr/>
          </p:nvSpPr>
          <p:spPr>
            <a:xfrm>
              <a:off x="0" y="0"/>
              <a:ext cx="2456054" cy="1099758"/>
            </a:xfrm>
            <a:custGeom>
              <a:avLst/>
              <a:gdLst/>
              <a:ahLst/>
              <a:cxnLst/>
              <a:rect l="l" t="t" r="r" b="b"/>
              <a:pathLst>
                <a:path w="2456054" h="1099758">
                  <a:moveTo>
                    <a:pt x="0" y="0"/>
                  </a:moveTo>
                  <a:lnTo>
                    <a:pt x="2456054" y="0"/>
                  </a:lnTo>
                  <a:lnTo>
                    <a:pt x="2456054" y="1099758"/>
                  </a:lnTo>
                  <a:lnTo>
                    <a:pt x="0" y="1099758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Box 14">
              <a:extLst>
                <a:ext uri="{FF2B5EF4-FFF2-40B4-BE49-F238E27FC236}">
                  <a16:creationId xmlns:a16="http://schemas.microsoft.com/office/drawing/2014/main" id="{AEDD87FF-F472-E59C-3BF9-B91A280F74ED}"/>
                </a:ext>
              </a:extLst>
            </p:cNvPr>
            <p:cNvSpPr txBox="1"/>
            <p:nvPr/>
          </p:nvSpPr>
          <p:spPr>
            <a:xfrm>
              <a:off x="0" y="-85725"/>
              <a:ext cx="2456054" cy="118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33" name="Freeform 17">
            <a:extLst>
              <a:ext uri="{FF2B5EF4-FFF2-40B4-BE49-F238E27FC236}">
                <a16:creationId xmlns:a16="http://schemas.microsoft.com/office/drawing/2014/main" id="{BAE2EA43-85E6-C6DC-6DA6-5878FF343E2E}"/>
              </a:ext>
            </a:extLst>
          </p:cNvPr>
          <p:cNvSpPr/>
          <p:nvPr/>
        </p:nvSpPr>
        <p:spPr>
          <a:xfrm>
            <a:off x="8301002" y="3649447"/>
            <a:ext cx="8322789" cy="3620413"/>
          </a:xfrm>
          <a:custGeom>
            <a:avLst/>
            <a:gdLst/>
            <a:ahLst/>
            <a:cxnLst/>
            <a:rect l="l" t="t" r="r" b="b"/>
            <a:pathLst>
              <a:path w="8322789" h="3620413">
                <a:moveTo>
                  <a:pt x="0" y="0"/>
                </a:moveTo>
                <a:lnTo>
                  <a:pt x="8322789" y="0"/>
                </a:lnTo>
                <a:lnTo>
                  <a:pt x="8322789" y="3620413"/>
                </a:lnTo>
                <a:lnTo>
                  <a:pt x="0" y="36204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596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F49A-7161-63B6-DAB6-83B6A86E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6824AC-23D2-F833-4366-B32792EE2E51}"/>
              </a:ext>
            </a:extLst>
          </p:cNvPr>
          <p:cNvGrpSpPr/>
          <p:nvPr/>
        </p:nvGrpSpPr>
        <p:grpSpPr>
          <a:xfrm rot="-149961">
            <a:off x="-30578" y="8445560"/>
            <a:ext cx="867930" cy="2999683"/>
            <a:chOff x="0" y="0"/>
            <a:chExt cx="228591" cy="79004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16B0D6-4F5A-4E00-4077-2A365AEE5C53}"/>
                </a:ext>
              </a:extLst>
            </p:cNvPr>
            <p:cNvSpPr/>
            <p:nvPr/>
          </p:nvSpPr>
          <p:spPr>
            <a:xfrm>
              <a:off x="0" y="0"/>
              <a:ext cx="228591" cy="790040"/>
            </a:xfrm>
            <a:custGeom>
              <a:avLst/>
              <a:gdLst/>
              <a:ahLst/>
              <a:cxnLst/>
              <a:rect l="l" t="t" r="r" b="b"/>
              <a:pathLst>
                <a:path w="228591" h="790040">
                  <a:moveTo>
                    <a:pt x="0" y="0"/>
                  </a:moveTo>
                  <a:lnTo>
                    <a:pt x="228591" y="0"/>
                  </a:lnTo>
                  <a:lnTo>
                    <a:pt x="228591" y="790040"/>
                  </a:lnTo>
                  <a:lnTo>
                    <a:pt x="0" y="790040"/>
                  </a:ln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204363A-A29D-B199-7BD7-8BB6FB0152F8}"/>
                </a:ext>
              </a:extLst>
            </p:cNvPr>
            <p:cNvSpPr txBox="1"/>
            <p:nvPr/>
          </p:nvSpPr>
          <p:spPr>
            <a:xfrm>
              <a:off x="0" y="-85725"/>
              <a:ext cx="228591" cy="875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64E2641-06A2-DF4E-89C4-FD2A50C88C77}"/>
              </a:ext>
            </a:extLst>
          </p:cNvPr>
          <p:cNvSpPr/>
          <p:nvPr/>
        </p:nvSpPr>
        <p:spPr>
          <a:xfrm rot="4025804">
            <a:off x="-2464705" y="7225431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A037314-B84C-7E14-3F75-707204AAC80E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D6C7675-62E7-7453-CB11-38A1B0E801BE}"/>
              </a:ext>
            </a:extLst>
          </p:cNvPr>
          <p:cNvSpPr txBox="1"/>
          <p:nvPr/>
        </p:nvSpPr>
        <p:spPr>
          <a:xfrm>
            <a:off x="1635995" y="3259137"/>
            <a:ext cx="15016009" cy="491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35"/>
              </a:lnSpc>
            </a:pPr>
            <a:r>
              <a:rPr lang="en-US" sz="65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Juntos, </a:t>
            </a:r>
            <a:r>
              <a:rPr lang="en-US" sz="6500" b="1" u="sng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transformamos</a:t>
            </a:r>
            <a:r>
              <a:rPr lang="en-US" sz="6500" b="1" u="sng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500" b="1" u="sng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oportunidades</a:t>
            </a:r>
            <a:r>
              <a:rPr lang="en-US" sz="6500" b="1" u="sng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500" b="1" u="sng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</a:t>
            </a:r>
            <a:r>
              <a:rPr lang="en-US" sz="6500" b="1" u="sng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500" b="1" u="sng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conquistas</a:t>
            </a:r>
            <a:r>
              <a:rPr lang="en-US" sz="65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 </a:t>
            </a:r>
            <a:r>
              <a:rPr lang="en-US" sz="65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elevando</a:t>
            </a:r>
            <a:r>
              <a:rPr lang="en-US" sz="65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5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seu</a:t>
            </a:r>
            <a:r>
              <a:rPr lang="en-US" sz="65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5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negócio</a:t>
            </a:r>
            <a:r>
              <a:rPr lang="en-US" sz="65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 </a:t>
            </a:r>
            <a:r>
              <a:rPr lang="en-US" sz="65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novos</a:t>
            </a:r>
            <a:r>
              <a:rPr lang="en-US" sz="65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5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patamares</a:t>
            </a:r>
            <a:r>
              <a:rPr lang="en-US" sz="65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65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sucesso</a:t>
            </a:r>
            <a:r>
              <a:rPr lang="en-US" sz="65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no </a:t>
            </a:r>
            <a:r>
              <a:rPr lang="en-US" sz="65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agronegócio</a:t>
            </a:r>
            <a:r>
              <a:rPr lang="en-US" sz="65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!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70AEEE5-B2A1-AEE0-38B3-CC1FF90B4943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FBF4C78-B98A-BC7C-8F2E-0B4AFC169550}"/>
              </a:ext>
            </a:extLst>
          </p:cNvPr>
          <p:cNvSpPr/>
          <p:nvPr/>
        </p:nvSpPr>
        <p:spPr>
          <a:xfrm>
            <a:off x="8459184" y="619639"/>
            <a:ext cx="1369631" cy="1922105"/>
          </a:xfrm>
          <a:custGeom>
            <a:avLst/>
            <a:gdLst/>
            <a:ahLst/>
            <a:cxnLst/>
            <a:rect l="l" t="t" r="r" b="b"/>
            <a:pathLst>
              <a:path w="1369631" h="1922105">
                <a:moveTo>
                  <a:pt x="0" y="0"/>
                </a:moveTo>
                <a:lnTo>
                  <a:pt x="1369632" y="0"/>
                </a:lnTo>
                <a:lnTo>
                  <a:pt x="1369632" y="1922105"/>
                </a:lnTo>
                <a:lnTo>
                  <a:pt x="0" y="1922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27D81-4AFA-68C4-02FE-AF396DA151AC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  <p:extLst>
      <p:ext uri="{BB962C8B-B14F-4D97-AF65-F5344CB8AC3E}">
        <p14:creationId xmlns:p14="http://schemas.microsoft.com/office/powerpoint/2010/main" val="3728915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9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37223" cy="10287000"/>
            <a:chOff x="0" y="0"/>
            <a:chExt cx="924963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7416" r="25883"/>
            <a:stretch>
              <a:fillRect/>
            </a:stretch>
          </p:blipFill>
          <p:spPr>
            <a:xfrm>
              <a:off x="0" y="0"/>
              <a:ext cx="924963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1534178">
            <a:off x="6350691" y="7965034"/>
            <a:ext cx="1122298" cy="3638805"/>
            <a:chOff x="0" y="0"/>
            <a:chExt cx="295585" cy="9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5585" cy="958368"/>
            </a:xfrm>
            <a:custGeom>
              <a:avLst/>
              <a:gdLst/>
              <a:ahLst/>
              <a:cxnLst/>
              <a:rect l="l" t="t" r="r" b="b"/>
              <a:pathLst>
                <a:path w="295585" h="958368">
                  <a:moveTo>
                    <a:pt x="147792" y="0"/>
                  </a:moveTo>
                  <a:lnTo>
                    <a:pt x="147792" y="0"/>
                  </a:lnTo>
                  <a:cubicBezTo>
                    <a:pt x="229416" y="0"/>
                    <a:pt x="295585" y="66169"/>
                    <a:pt x="295585" y="147792"/>
                  </a:cubicBezTo>
                  <a:lnTo>
                    <a:pt x="295585" y="810576"/>
                  </a:lnTo>
                  <a:cubicBezTo>
                    <a:pt x="295585" y="849773"/>
                    <a:pt x="280014" y="887364"/>
                    <a:pt x="252297" y="915081"/>
                  </a:cubicBezTo>
                  <a:cubicBezTo>
                    <a:pt x="224581" y="942797"/>
                    <a:pt x="186989" y="958368"/>
                    <a:pt x="147792" y="958368"/>
                  </a:cubicBezTo>
                  <a:lnTo>
                    <a:pt x="147792" y="958368"/>
                  </a:lnTo>
                  <a:cubicBezTo>
                    <a:pt x="108595" y="958368"/>
                    <a:pt x="71004" y="942797"/>
                    <a:pt x="43287" y="915081"/>
                  </a:cubicBezTo>
                  <a:cubicBezTo>
                    <a:pt x="15571" y="887364"/>
                    <a:pt x="0" y="849773"/>
                    <a:pt x="0" y="810576"/>
                  </a:cubicBezTo>
                  <a:lnTo>
                    <a:pt x="0" y="147792"/>
                  </a:lnTo>
                  <a:cubicBezTo>
                    <a:pt x="0" y="108595"/>
                    <a:pt x="15571" y="71004"/>
                    <a:pt x="43287" y="43287"/>
                  </a:cubicBezTo>
                  <a:cubicBezTo>
                    <a:pt x="71004" y="15571"/>
                    <a:pt x="108595" y="0"/>
                    <a:pt x="147792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295585" cy="1044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940489">
            <a:off x="6803421" y="2073065"/>
            <a:ext cx="1122298" cy="3638805"/>
            <a:chOff x="0" y="0"/>
            <a:chExt cx="295585" cy="9583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5585" cy="958368"/>
            </a:xfrm>
            <a:custGeom>
              <a:avLst/>
              <a:gdLst/>
              <a:ahLst/>
              <a:cxnLst/>
              <a:rect l="l" t="t" r="r" b="b"/>
              <a:pathLst>
                <a:path w="295585" h="958368">
                  <a:moveTo>
                    <a:pt x="147792" y="0"/>
                  </a:moveTo>
                  <a:lnTo>
                    <a:pt x="147792" y="0"/>
                  </a:lnTo>
                  <a:cubicBezTo>
                    <a:pt x="229416" y="0"/>
                    <a:pt x="295585" y="66169"/>
                    <a:pt x="295585" y="147792"/>
                  </a:cubicBezTo>
                  <a:lnTo>
                    <a:pt x="295585" y="810576"/>
                  </a:lnTo>
                  <a:cubicBezTo>
                    <a:pt x="295585" y="849773"/>
                    <a:pt x="280014" y="887364"/>
                    <a:pt x="252297" y="915081"/>
                  </a:cubicBezTo>
                  <a:cubicBezTo>
                    <a:pt x="224581" y="942797"/>
                    <a:pt x="186989" y="958368"/>
                    <a:pt x="147792" y="958368"/>
                  </a:cubicBezTo>
                  <a:lnTo>
                    <a:pt x="147792" y="958368"/>
                  </a:lnTo>
                  <a:cubicBezTo>
                    <a:pt x="108595" y="958368"/>
                    <a:pt x="71004" y="942797"/>
                    <a:pt x="43287" y="915081"/>
                  </a:cubicBezTo>
                  <a:cubicBezTo>
                    <a:pt x="15571" y="887364"/>
                    <a:pt x="0" y="849773"/>
                    <a:pt x="0" y="810576"/>
                  </a:cubicBezTo>
                  <a:lnTo>
                    <a:pt x="0" y="147792"/>
                  </a:lnTo>
                  <a:cubicBezTo>
                    <a:pt x="0" y="108595"/>
                    <a:pt x="15571" y="71004"/>
                    <a:pt x="43287" y="43287"/>
                  </a:cubicBezTo>
                  <a:cubicBezTo>
                    <a:pt x="71004" y="15571"/>
                    <a:pt x="108595" y="0"/>
                    <a:pt x="147792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95585" cy="1044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102869">
            <a:off x="6324218" y="-499638"/>
            <a:ext cx="876384" cy="2826660"/>
            <a:chOff x="0" y="0"/>
            <a:chExt cx="230817" cy="7444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0817" cy="744470"/>
            </a:xfrm>
            <a:custGeom>
              <a:avLst/>
              <a:gdLst/>
              <a:ahLst/>
              <a:cxnLst/>
              <a:rect l="l" t="t" r="r" b="b"/>
              <a:pathLst>
                <a:path w="230817" h="744470">
                  <a:moveTo>
                    <a:pt x="115409" y="0"/>
                  </a:moveTo>
                  <a:lnTo>
                    <a:pt x="115409" y="0"/>
                  </a:lnTo>
                  <a:cubicBezTo>
                    <a:pt x="146017" y="0"/>
                    <a:pt x="175372" y="12159"/>
                    <a:pt x="197015" y="33802"/>
                  </a:cubicBezTo>
                  <a:cubicBezTo>
                    <a:pt x="218658" y="55446"/>
                    <a:pt x="230817" y="84800"/>
                    <a:pt x="230817" y="115409"/>
                  </a:cubicBezTo>
                  <a:lnTo>
                    <a:pt x="230817" y="629061"/>
                  </a:lnTo>
                  <a:cubicBezTo>
                    <a:pt x="230817" y="692800"/>
                    <a:pt x="179147" y="744470"/>
                    <a:pt x="115409" y="744470"/>
                  </a:cubicBezTo>
                  <a:lnTo>
                    <a:pt x="115409" y="744470"/>
                  </a:lnTo>
                  <a:cubicBezTo>
                    <a:pt x="51670" y="744470"/>
                    <a:pt x="0" y="692800"/>
                    <a:pt x="0" y="629061"/>
                  </a:cubicBezTo>
                  <a:lnTo>
                    <a:pt x="0" y="115409"/>
                  </a:lnTo>
                  <a:cubicBezTo>
                    <a:pt x="0" y="51670"/>
                    <a:pt x="51670" y="0"/>
                    <a:pt x="115409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230817" cy="830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5817497">
            <a:off x="356075" y="3645744"/>
            <a:ext cx="13419017" cy="4981810"/>
          </a:xfrm>
          <a:custGeom>
            <a:avLst/>
            <a:gdLst/>
            <a:ahLst/>
            <a:cxnLst/>
            <a:rect l="l" t="t" r="r" b="b"/>
            <a:pathLst>
              <a:path w="13419017" h="4981810">
                <a:moveTo>
                  <a:pt x="0" y="0"/>
                </a:moveTo>
                <a:lnTo>
                  <a:pt x="13419017" y="0"/>
                </a:lnTo>
                <a:lnTo>
                  <a:pt x="13419017" y="4981810"/>
                </a:lnTo>
                <a:lnTo>
                  <a:pt x="0" y="4981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 rot="-5400000">
            <a:off x="16785002" y="1238666"/>
            <a:ext cx="344509" cy="375487"/>
          </a:xfrm>
          <a:custGeom>
            <a:avLst/>
            <a:gdLst/>
            <a:ahLst/>
            <a:cxnLst/>
            <a:rect l="l" t="t" r="r" b="b"/>
            <a:pathLst>
              <a:path w="344509" h="375487">
                <a:moveTo>
                  <a:pt x="0" y="0"/>
                </a:moveTo>
                <a:lnTo>
                  <a:pt x="344509" y="0"/>
                </a:lnTo>
                <a:lnTo>
                  <a:pt x="344509" y="375487"/>
                </a:lnTo>
                <a:lnTo>
                  <a:pt x="0" y="375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 rot="-5400000">
            <a:off x="16318646" y="1238666"/>
            <a:ext cx="344509" cy="375487"/>
          </a:xfrm>
          <a:custGeom>
            <a:avLst/>
            <a:gdLst/>
            <a:ahLst/>
            <a:cxnLst/>
            <a:rect l="l" t="t" r="r" b="b"/>
            <a:pathLst>
              <a:path w="344509" h="375487">
                <a:moveTo>
                  <a:pt x="0" y="0"/>
                </a:moveTo>
                <a:lnTo>
                  <a:pt x="344509" y="0"/>
                </a:lnTo>
                <a:lnTo>
                  <a:pt x="344509" y="375487"/>
                </a:lnTo>
                <a:lnTo>
                  <a:pt x="0" y="375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 rot="-5400000">
            <a:off x="15852290" y="1238666"/>
            <a:ext cx="344509" cy="375487"/>
          </a:xfrm>
          <a:custGeom>
            <a:avLst/>
            <a:gdLst/>
            <a:ahLst/>
            <a:cxnLst/>
            <a:rect l="l" t="t" r="r" b="b"/>
            <a:pathLst>
              <a:path w="344509" h="375487">
                <a:moveTo>
                  <a:pt x="0" y="0"/>
                </a:moveTo>
                <a:lnTo>
                  <a:pt x="344509" y="0"/>
                </a:lnTo>
                <a:lnTo>
                  <a:pt x="344509" y="375487"/>
                </a:lnTo>
                <a:lnTo>
                  <a:pt x="0" y="375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 rot="-5400000">
            <a:off x="16344759" y="8446567"/>
            <a:ext cx="1402658" cy="197824"/>
          </a:xfrm>
          <a:custGeom>
            <a:avLst/>
            <a:gdLst/>
            <a:ahLst/>
            <a:cxnLst/>
            <a:rect l="l" t="t" r="r" b="b"/>
            <a:pathLst>
              <a:path w="1402658" h="197824">
                <a:moveTo>
                  <a:pt x="0" y="0"/>
                </a:moveTo>
                <a:lnTo>
                  <a:pt x="1402658" y="0"/>
                </a:lnTo>
                <a:lnTo>
                  <a:pt x="1402658" y="197825"/>
                </a:lnTo>
                <a:lnTo>
                  <a:pt x="0" y="1978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89365" r="-569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Freeform 18"/>
          <p:cNvSpPr/>
          <p:nvPr/>
        </p:nvSpPr>
        <p:spPr>
          <a:xfrm>
            <a:off x="11898861" y="3461904"/>
            <a:ext cx="2372679" cy="2372679"/>
          </a:xfrm>
          <a:custGeom>
            <a:avLst/>
            <a:gdLst/>
            <a:ahLst/>
            <a:cxnLst/>
            <a:rect l="l" t="t" r="r" b="b"/>
            <a:pathLst>
              <a:path w="2372679" h="2372679">
                <a:moveTo>
                  <a:pt x="0" y="0"/>
                </a:moveTo>
                <a:lnTo>
                  <a:pt x="2372680" y="0"/>
                </a:lnTo>
                <a:lnTo>
                  <a:pt x="2372680" y="2372679"/>
                </a:lnTo>
                <a:lnTo>
                  <a:pt x="0" y="23726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9" name="Group 19"/>
          <p:cNvGrpSpPr/>
          <p:nvPr/>
        </p:nvGrpSpPr>
        <p:grpSpPr>
          <a:xfrm>
            <a:off x="10683267" y="6674289"/>
            <a:ext cx="591092" cy="591092"/>
            <a:chOff x="0" y="0"/>
            <a:chExt cx="152847" cy="1528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2847" cy="152847"/>
            </a:xfrm>
            <a:custGeom>
              <a:avLst/>
              <a:gdLst/>
              <a:ahLst/>
              <a:cxnLst/>
              <a:rect l="l" t="t" r="r" b="b"/>
              <a:pathLst>
                <a:path w="152847" h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lIns="1239" tIns="1239" rIns="1239" bIns="1239" rtlCol="0" anchor="ctr"/>
            <a:lstStyle/>
            <a:p>
              <a:pPr algn="ctr">
                <a:lnSpc>
                  <a:spcPts val="54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683267" y="7511784"/>
            <a:ext cx="591092" cy="591092"/>
            <a:chOff x="0" y="0"/>
            <a:chExt cx="152847" cy="1528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847" cy="152847"/>
            </a:xfrm>
            <a:custGeom>
              <a:avLst/>
              <a:gdLst/>
              <a:ahLst/>
              <a:cxnLst/>
              <a:rect l="l" t="t" r="r" b="b"/>
              <a:pathLst>
                <a:path w="152847" h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lIns="1239" tIns="1239" rIns="1239" bIns="1239" rtlCol="0" anchor="ctr"/>
            <a:lstStyle/>
            <a:p>
              <a:pPr algn="ctr">
                <a:lnSpc>
                  <a:spcPts val="54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0791791" y="7611817"/>
            <a:ext cx="374043" cy="374043"/>
          </a:xfrm>
          <a:custGeom>
            <a:avLst/>
            <a:gdLst/>
            <a:ahLst/>
            <a:cxnLst/>
            <a:rect l="l" t="t" r="r" b="b"/>
            <a:pathLst>
              <a:path w="374043" h="374043">
                <a:moveTo>
                  <a:pt x="0" y="0"/>
                </a:moveTo>
                <a:lnTo>
                  <a:pt x="374043" y="0"/>
                </a:lnTo>
                <a:lnTo>
                  <a:pt x="374043" y="374043"/>
                </a:lnTo>
                <a:lnTo>
                  <a:pt x="0" y="374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6" name="Freeform 26"/>
          <p:cNvSpPr/>
          <p:nvPr/>
        </p:nvSpPr>
        <p:spPr>
          <a:xfrm>
            <a:off x="10829160" y="6767260"/>
            <a:ext cx="299305" cy="405151"/>
          </a:xfrm>
          <a:custGeom>
            <a:avLst/>
            <a:gdLst/>
            <a:ahLst/>
            <a:cxnLst/>
            <a:rect l="l" t="t" r="r" b="b"/>
            <a:pathLst>
              <a:path w="299305" h="405151">
                <a:moveTo>
                  <a:pt x="0" y="0"/>
                </a:moveTo>
                <a:lnTo>
                  <a:pt x="299305" y="0"/>
                </a:lnTo>
                <a:lnTo>
                  <a:pt x="299305" y="405150"/>
                </a:lnTo>
                <a:lnTo>
                  <a:pt x="0" y="405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11440685" y="6938592"/>
            <a:ext cx="3289032" cy="32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+55 (45) 99143-3790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40685" y="7776086"/>
            <a:ext cx="3821834" cy="32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www.texcapital.com.br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40685" y="6701358"/>
            <a:ext cx="1691337" cy="2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Telefone: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40685" y="7541111"/>
            <a:ext cx="1691337" cy="2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Website: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683267" y="8350525"/>
            <a:ext cx="591092" cy="591092"/>
            <a:chOff x="0" y="0"/>
            <a:chExt cx="152847" cy="15284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2847" cy="152847"/>
            </a:xfrm>
            <a:custGeom>
              <a:avLst/>
              <a:gdLst/>
              <a:ahLst/>
              <a:cxnLst/>
              <a:rect l="l" t="t" r="r" b="b"/>
              <a:pathLst>
                <a:path w="152847" h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lIns="1239" tIns="1239" rIns="1239" bIns="1239" rtlCol="0" anchor="ctr"/>
            <a:lstStyle/>
            <a:p>
              <a:pPr algn="ctr">
                <a:lnSpc>
                  <a:spcPts val="54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0791791" y="8450559"/>
            <a:ext cx="374043" cy="374043"/>
          </a:xfrm>
          <a:custGeom>
            <a:avLst/>
            <a:gdLst/>
            <a:ahLst/>
            <a:cxnLst/>
            <a:rect l="l" t="t" r="r" b="b"/>
            <a:pathLst>
              <a:path w="374043" h="374043">
                <a:moveTo>
                  <a:pt x="0" y="0"/>
                </a:moveTo>
                <a:lnTo>
                  <a:pt x="374043" y="0"/>
                </a:lnTo>
                <a:lnTo>
                  <a:pt x="374043" y="374042"/>
                </a:lnTo>
                <a:lnTo>
                  <a:pt x="0" y="3740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5" name="TextBox 35"/>
          <p:cNvSpPr txBox="1"/>
          <p:nvPr/>
        </p:nvSpPr>
        <p:spPr>
          <a:xfrm>
            <a:off x="11440685" y="8614828"/>
            <a:ext cx="5328828" cy="32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contato@texcapital.com.br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40685" y="8379852"/>
            <a:ext cx="1691337" cy="2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Email:</a:t>
            </a:r>
          </a:p>
        </p:txBody>
      </p:sp>
      <p:sp>
        <p:nvSpPr>
          <p:cNvPr id="37" name="TextBox 9">
            <a:extLst>
              <a:ext uri="{FF2B5EF4-FFF2-40B4-BE49-F238E27FC236}">
                <a16:creationId xmlns:a16="http://schemas.microsoft.com/office/drawing/2014/main" id="{21C43C67-D3D2-FDFB-901A-0EF16655570D}"/>
              </a:ext>
            </a:extLst>
          </p:cNvPr>
          <p:cNvSpPr txBox="1"/>
          <p:nvPr/>
        </p:nvSpPr>
        <p:spPr>
          <a:xfrm>
            <a:off x="1065420" y="9608303"/>
            <a:ext cx="9053139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600" dirty="0">
                <a:solidFill>
                  <a:srgbClr val="A2DEA2"/>
                </a:solidFill>
                <a:latin typeface="Montserrat"/>
                <a:ea typeface="Montserrat"/>
                <a:cs typeface="Montserrat"/>
                <a:sym typeface="Montserrat"/>
              </a:rPr>
              <a:t>IT.OP.003_Download Google Drive e AnyDesk_Cliente_v1.0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1018</Words>
  <Application>Microsoft Office PowerPoint</Application>
  <PresentationFormat>Personalizar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Montserrat Bold</vt:lpstr>
      <vt:lpstr>Montserrat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IT.003_Google Drive - Cliente_v1.0</dc:title>
  <cp:lastModifiedBy>ID 0002</cp:lastModifiedBy>
  <cp:revision>15</cp:revision>
  <dcterms:created xsi:type="dcterms:W3CDTF">2006-08-16T00:00:00Z</dcterms:created>
  <dcterms:modified xsi:type="dcterms:W3CDTF">2025-05-21T14:37:47Z</dcterms:modified>
  <dc:identifier>DAGm4GL_BtQ</dc:identifier>
</cp:coreProperties>
</file>